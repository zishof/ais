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Cara </a:t>
            </a:r>
            <a:r>
              <a:rPr lang="en-US" dirty="0" err="1"/>
              <a:t>P</a:t>
            </a:r>
            <a:r>
              <a:rPr lang="en-US" dirty="0" err="1" smtClean="0"/>
              <a:t>embayaran</a:t>
            </a:r>
            <a:r>
              <a:rPr lang="en-US" dirty="0" smtClean="0"/>
              <a:t> </a:t>
            </a:r>
            <a:r>
              <a:rPr lang="en-US" dirty="0" err="1" smtClean="0"/>
              <a:t>eCampus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Cara </a:t>
            </a:r>
            <a:r>
              <a:rPr lang="en-US" b="1" dirty="0" err="1"/>
              <a:t>Pembayaran</a:t>
            </a:r>
            <a:r>
              <a:rPr lang="en-US" b="1" dirty="0"/>
              <a:t> via ATM</a:t>
            </a:r>
          </a:p>
        </p:txBody>
      </p:sp>
    </p:spTree>
    <p:extLst>
      <p:ext uri="{BB962C8B-B14F-4D97-AF65-F5344CB8AC3E}">
        <p14:creationId xmlns:p14="http://schemas.microsoft.com/office/powerpoint/2010/main" val="393966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Cara </a:t>
            </a:r>
            <a:r>
              <a:rPr lang="en-US" b="1" dirty="0" err="1"/>
              <a:t>Pembayaran</a:t>
            </a:r>
            <a:r>
              <a:rPr lang="en-US" b="1" dirty="0"/>
              <a:t> via </a:t>
            </a:r>
            <a:r>
              <a:rPr lang="en-US" b="1" dirty="0" smtClean="0"/>
              <a:t>ATM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ATM, </a:t>
            </a:r>
            <a:r>
              <a:rPr lang="en-US" dirty="0" err="1" smtClean="0"/>
              <a:t>baik</a:t>
            </a:r>
            <a:r>
              <a:rPr lang="en-US" dirty="0" smtClean="0"/>
              <a:t> ATM Prima </a:t>
            </a:r>
            <a:r>
              <a:rPr lang="en-US" dirty="0" err="1" smtClean="0"/>
              <a:t>maupun</a:t>
            </a:r>
            <a:r>
              <a:rPr lang="en-US" dirty="0" smtClean="0"/>
              <a:t> </a:t>
            </a:r>
            <a:r>
              <a:rPr lang="en-US" dirty="0" err="1" smtClean="0"/>
              <a:t>Bersama</a:t>
            </a:r>
            <a:r>
              <a:rPr lang="en-US" dirty="0" smtClean="0"/>
              <a:t>.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deposit </a:t>
            </a:r>
            <a:r>
              <a:rPr lang="en-US" dirty="0" err="1"/>
              <a:t>dengan</a:t>
            </a:r>
            <a:r>
              <a:rPr lang="en-US" dirty="0"/>
              <a:t> ATM BNI</a:t>
            </a:r>
            <a:r>
              <a:rPr lang="en-US" dirty="0" smtClean="0"/>
              <a:t>: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err="1" smtClean="0"/>
              <a:t>Contoh</a:t>
            </a:r>
            <a:r>
              <a:rPr lang="en-US" smtClean="0"/>
              <a:t> </a:t>
            </a:r>
            <a:r>
              <a:rPr lang="pt-BR" smtClean="0"/>
              <a:t>No</a:t>
            </a:r>
            <a:r>
              <a:rPr lang="pt-BR" dirty="0"/>
              <a:t>. </a:t>
            </a:r>
            <a:r>
              <a:rPr lang="pt-BR" dirty="0" smtClean="0"/>
              <a:t>Pembayaran Anda </a:t>
            </a:r>
            <a:r>
              <a:rPr lang="pt-BR" dirty="0"/>
              <a:t>adalah </a:t>
            </a:r>
            <a:r>
              <a:rPr lang="pt-BR" b="1" dirty="0" smtClean="0"/>
              <a:t>1179001331473351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0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Pilih menu “Transfer” pada ATM Anda.</a:t>
            </a:r>
            <a:endParaRPr lang="en-US" dirty="0"/>
          </a:p>
        </p:txBody>
      </p:sp>
      <p:pic>
        <p:nvPicPr>
          <p:cNvPr id="2050" name="Picture 2" descr="https://ipaymu.com/wp-content/uploads/2012/04/1a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803" y="2557463"/>
            <a:ext cx="459639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06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pemindahan</a:t>
            </a:r>
            <a:r>
              <a:rPr lang="en-US" dirty="0"/>
              <a:t> </a:t>
            </a:r>
            <a:r>
              <a:rPr lang="en-US" dirty="0" err="1"/>
              <a:t>rekening</a:t>
            </a:r>
            <a:r>
              <a:rPr lang="en-US" dirty="0"/>
              <a:t> yang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inginkan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3074" name="Picture 2" descr="https://ipaymu.com/wp-content/uploads/2012/04/1b-e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803" y="2557463"/>
            <a:ext cx="459639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59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transfer “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Rek</a:t>
            </a:r>
            <a:r>
              <a:rPr lang="en-US" dirty="0"/>
              <a:t>. Bank Lain”.</a:t>
            </a:r>
            <a:endParaRPr lang="en-US" dirty="0"/>
          </a:p>
        </p:txBody>
      </p:sp>
      <p:pic>
        <p:nvPicPr>
          <p:cNvPr id="4098" name="Picture 2" descr="https://ipaymu.com/wp-content/uploads/2012/04/1c-e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803" y="2557463"/>
            <a:ext cx="459639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62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Masukkan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bank (</a:t>
            </a:r>
            <a:r>
              <a:rPr lang="en-US" dirty="0" err="1"/>
              <a:t>kode</a:t>
            </a:r>
            <a:r>
              <a:rPr lang="en-US" dirty="0"/>
              <a:t> bank CIMB </a:t>
            </a:r>
            <a:r>
              <a:rPr lang="en-US" dirty="0" err="1"/>
              <a:t>Niaga</a:t>
            </a:r>
            <a:r>
              <a:rPr lang="en-US" dirty="0"/>
              <a:t> </a:t>
            </a:r>
            <a:r>
              <a:rPr lang="en-US" b="1" dirty="0"/>
              <a:t>022</a:t>
            </a:r>
            <a:r>
              <a:rPr lang="en-US" dirty="0"/>
              <a:t>)* </a:t>
            </a:r>
            <a:r>
              <a:rPr lang="en-US" dirty="0" err="1"/>
              <a:t>diikuti</a:t>
            </a:r>
            <a:r>
              <a:rPr lang="en-US" dirty="0"/>
              <a:t> no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/>
              <a:t>yaitu</a:t>
            </a:r>
            <a:r>
              <a:rPr lang="en-US" dirty="0"/>
              <a:t> </a:t>
            </a:r>
            <a:r>
              <a:rPr lang="en-US" b="1" dirty="0"/>
              <a:t>1179001331473351</a:t>
            </a:r>
            <a:r>
              <a:rPr lang="en-US" dirty="0"/>
              <a:t>. </a:t>
            </a:r>
            <a:r>
              <a:rPr lang="en-US" dirty="0" err="1"/>
              <a:t>Periksa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tekan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“</a:t>
            </a:r>
            <a:r>
              <a:rPr lang="en-US" dirty="0" err="1"/>
              <a:t>Tekan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”.</a:t>
            </a:r>
            <a:endParaRPr lang="en-US" dirty="0"/>
          </a:p>
        </p:txBody>
      </p:sp>
      <p:pic>
        <p:nvPicPr>
          <p:cNvPr id="5122" name="Picture 2" descr="https://ipaymu.com/wp-content/uploads/2012/04/1d-ed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803" y="3026695"/>
            <a:ext cx="459639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16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Masukkan jumlah </a:t>
            </a:r>
            <a:r>
              <a:rPr lang="sv-SE" dirty="0" smtClean="0"/>
              <a:t>pembayaran yang ditagihkan ke Anda (</a:t>
            </a:r>
            <a:r>
              <a:rPr lang="sv-SE" dirty="0" smtClean="0">
                <a:solidFill>
                  <a:srgbClr val="FF0000"/>
                </a:solidFill>
              </a:rPr>
              <a:t>tagihan dan pembayaran harus sama</a:t>
            </a:r>
            <a:r>
              <a:rPr lang="sv-SE" dirty="0" smtClean="0"/>
              <a:t>). </a:t>
            </a:r>
            <a:r>
              <a:rPr lang="sv-SE" dirty="0"/>
              <a:t>Periksa kembali nominalnya, jika sudah benar tekan tombol “Tekan Jika Benar”.</a:t>
            </a:r>
            <a:endParaRPr lang="en-US" dirty="0"/>
          </a:p>
        </p:txBody>
      </p:sp>
      <p:pic>
        <p:nvPicPr>
          <p:cNvPr id="6146" name="Picture 2" descr="https://ipaymu.com/wp-content/uploads/2012/07/ATM-7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351" y="2930442"/>
            <a:ext cx="419929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539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terima</a:t>
            </a:r>
            <a:r>
              <a:rPr lang="en-US" dirty="0"/>
              <a:t>. </a:t>
            </a:r>
            <a:r>
              <a:rPr lang="en-US" dirty="0" err="1"/>
              <a:t>Harap</a:t>
            </a:r>
            <a:r>
              <a:rPr lang="en-US" dirty="0"/>
              <a:t> 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bukti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7170" name="Picture 2" descr="https://ipaymu.com/wp-content/uploads/2012/07/ATM-8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707" y="2557463"/>
            <a:ext cx="2754585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5106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</TotalTime>
  <Words>109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Cara Pembayaran eCampus</vt:lpstr>
      <vt:lpstr>Cara Pembayaran via ATM</vt:lpstr>
      <vt:lpstr>Pilih menu “Transfer” pada ATM Anda.</vt:lpstr>
      <vt:lpstr>Pilih pemindahan rekening yang Anda inginkan.</vt:lpstr>
      <vt:lpstr>Pilih tujuan transfer “Ke Rek. Bank Lain”.</vt:lpstr>
      <vt:lpstr>Masukkan kode bank (kode bank CIMB Niaga 022)* diikuti no pembayaran Anda yaitu 1179001331473351. Periksa kembali, jika sudah benar tekan tombol “Tekan Jika Benar”.</vt:lpstr>
      <vt:lpstr>Masukkan jumlah pembayaran yang ditagihkan ke Anda (tagihan dan pembayaran harus sama). Periksa kembali nominalnya, jika sudah benar tekan tombol “Tekan Jika Benar”.</vt:lpstr>
      <vt:lpstr>Anda akan menerima tanda terima. Harap simpan tanda terima ini sebagai bukti transaksi.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 pembayaran via Ipaymu</dc:title>
  <dc:creator>Mohammad Fauzi Murtadho</dc:creator>
  <cp:lastModifiedBy>Mohammad Fauzi Murtadho</cp:lastModifiedBy>
  <cp:revision>42</cp:revision>
  <dcterms:created xsi:type="dcterms:W3CDTF">2016-11-24T04:50:52Z</dcterms:created>
  <dcterms:modified xsi:type="dcterms:W3CDTF">2016-11-24T05:05:11Z</dcterms:modified>
</cp:coreProperties>
</file>