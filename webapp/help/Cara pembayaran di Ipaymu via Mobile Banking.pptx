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33" autoAdjust="0"/>
    <p:restoredTop sz="94660"/>
  </p:normalViewPr>
  <p:slideViewPr>
    <p:cSldViewPr snapToGrid="0">
      <p:cViewPr varScale="1">
        <p:scale>
          <a:sx n="79" d="100"/>
          <a:sy n="79" d="100"/>
        </p:scale>
        <p:origin x="8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11/24/2016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11/24/2016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11/24/2016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11/24/2016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Cara </a:t>
            </a:r>
            <a:r>
              <a:rPr lang="en-US" dirty="0" err="1"/>
              <a:t>Pembayaran</a:t>
            </a:r>
            <a:r>
              <a:rPr lang="en-US" dirty="0"/>
              <a:t> </a:t>
            </a:r>
            <a:r>
              <a:rPr lang="en-US" dirty="0" err="1"/>
              <a:t>eCampus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Cara </a:t>
            </a:r>
            <a:r>
              <a:rPr lang="en-US" b="1" dirty="0" err="1"/>
              <a:t>Pembayaran</a:t>
            </a:r>
            <a:r>
              <a:rPr lang="en-US" b="1" dirty="0"/>
              <a:t> via </a:t>
            </a:r>
            <a:r>
              <a:rPr lang="en-US" b="1" dirty="0" smtClean="0"/>
              <a:t>Mobile Banking</a:t>
            </a: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5055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 smtClean="0"/>
              <a:t>pembayaran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/>
              <a:t>Mobile Banking </a:t>
            </a:r>
            <a:r>
              <a:rPr lang="en-US" dirty="0" err="1"/>
              <a:t>dari</a:t>
            </a:r>
            <a:r>
              <a:rPr lang="en-US" dirty="0"/>
              <a:t> Bank </a:t>
            </a:r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saja</a:t>
            </a:r>
            <a:r>
              <a:rPr lang="en-US" dirty="0"/>
              <a:t> yang </a:t>
            </a:r>
            <a:r>
              <a:rPr lang="en-US" dirty="0" err="1"/>
              <a:t>menyediakan</a:t>
            </a:r>
            <a:r>
              <a:rPr lang="en-US" dirty="0"/>
              <a:t> </a:t>
            </a:r>
            <a:r>
              <a:rPr lang="en-US" dirty="0" err="1"/>
              <a:t>layanan</a:t>
            </a:r>
            <a:r>
              <a:rPr lang="en-US" dirty="0"/>
              <a:t> Mobile </a:t>
            </a:r>
            <a:r>
              <a:rPr lang="en-US" dirty="0" smtClean="0"/>
              <a:t>Banking.</a:t>
            </a:r>
          </a:p>
          <a:p>
            <a:r>
              <a:rPr lang="en-US" dirty="0" err="1" smtClean="0"/>
              <a:t>Contoh</a:t>
            </a:r>
            <a:r>
              <a:rPr lang="en-US" dirty="0" smtClean="0"/>
              <a:t> </a:t>
            </a:r>
            <a:r>
              <a:rPr lang="en-US" dirty="0" err="1"/>
              <a:t>dibawah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 smtClean="0"/>
              <a:t>pembayaran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/>
              <a:t>Mobile Banking BCA</a:t>
            </a:r>
            <a:r>
              <a:rPr lang="en-US" dirty="0" smtClean="0"/>
              <a:t>:</a:t>
            </a:r>
          </a:p>
          <a:p>
            <a:r>
              <a:rPr lang="pt-BR" dirty="0"/>
              <a:t> </a:t>
            </a:r>
            <a:r>
              <a:rPr lang="pt-BR" dirty="0" smtClean="0"/>
              <a:t>Contoh No</a:t>
            </a:r>
            <a:r>
              <a:rPr lang="pt-BR" dirty="0"/>
              <a:t>. </a:t>
            </a:r>
            <a:r>
              <a:rPr lang="pt-BR" dirty="0" smtClean="0"/>
              <a:t>Pembayaran Anda </a:t>
            </a:r>
            <a:r>
              <a:rPr lang="pt-BR" dirty="0"/>
              <a:t>adalah </a:t>
            </a:r>
            <a:r>
              <a:rPr lang="pt-BR" b="1" dirty="0"/>
              <a:t>1179001331473351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1508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Pilih</a:t>
            </a:r>
            <a:r>
              <a:rPr lang="en-US" dirty="0"/>
              <a:t> menu </a:t>
            </a:r>
            <a:r>
              <a:rPr lang="en-US" b="1" dirty="0" err="1"/>
              <a:t>Layanan</a:t>
            </a:r>
            <a:r>
              <a:rPr lang="en-US" b="1" dirty="0"/>
              <a:t> Data</a:t>
            </a:r>
            <a:r>
              <a:rPr lang="en-US" dirty="0"/>
              <a:t> 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ponsel</a:t>
            </a:r>
            <a:r>
              <a:rPr lang="en-US" dirty="0"/>
              <a:t> </a:t>
            </a:r>
            <a:r>
              <a:rPr lang="en-US" dirty="0" err="1"/>
              <a:t>Anda</a:t>
            </a:r>
            <a:r>
              <a:rPr lang="en-US" dirty="0"/>
              <a:t>.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pilih</a:t>
            </a:r>
            <a:r>
              <a:rPr lang="en-US" dirty="0"/>
              <a:t> </a:t>
            </a:r>
            <a:r>
              <a:rPr lang="en-US" b="1" dirty="0"/>
              <a:t>m-BCA</a:t>
            </a:r>
            <a:r>
              <a:rPr lang="en-US" dirty="0"/>
              <a:t>.</a:t>
            </a:r>
            <a:endParaRPr lang="en-US" dirty="0"/>
          </a:p>
        </p:txBody>
      </p:sp>
      <p:pic>
        <p:nvPicPr>
          <p:cNvPr id="1026" name="Picture 2" descr="https://ipaymu.com/wp-content/uploads/2010/12/1dep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0305" y="2557463"/>
            <a:ext cx="3371389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4586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Pilih</a:t>
            </a:r>
            <a:r>
              <a:rPr lang="en-US" dirty="0"/>
              <a:t> </a:t>
            </a:r>
            <a:r>
              <a:rPr lang="en-US" b="1" dirty="0"/>
              <a:t>m-Transfer</a:t>
            </a:r>
            <a:r>
              <a:rPr lang="en-US" dirty="0"/>
              <a:t>.</a:t>
            </a:r>
            <a:endParaRPr lang="en-US" dirty="0"/>
          </a:p>
        </p:txBody>
      </p:sp>
      <p:pic>
        <p:nvPicPr>
          <p:cNvPr id="2050" name="Picture 2" descr="https://ipaymu.com/wp-content/uploads/2010/12/2dep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0305" y="2557463"/>
            <a:ext cx="3371389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7181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Pilih</a:t>
            </a:r>
            <a:r>
              <a:rPr lang="en-US" dirty="0"/>
              <a:t> menu transfer </a:t>
            </a:r>
            <a:r>
              <a:rPr lang="en-US" b="1" dirty="0" err="1"/>
              <a:t>Antar</a:t>
            </a:r>
            <a:r>
              <a:rPr lang="en-US" b="1" dirty="0"/>
              <a:t> Bank</a:t>
            </a:r>
            <a:r>
              <a:rPr lang="en-US" dirty="0"/>
              <a:t>. </a:t>
            </a:r>
            <a:r>
              <a:rPr lang="en-US" dirty="0" err="1"/>
              <a:t>Tunggu</a:t>
            </a:r>
            <a:r>
              <a:rPr lang="en-US" dirty="0"/>
              <a:t> </a:t>
            </a:r>
            <a:r>
              <a:rPr lang="en-US" dirty="0" err="1"/>
              <a:t>beberapa</a:t>
            </a:r>
            <a:r>
              <a:rPr lang="en-US" dirty="0"/>
              <a:t> </a:t>
            </a:r>
            <a:r>
              <a:rPr lang="en-US" dirty="0" err="1"/>
              <a:t>saat</a:t>
            </a:r>
            <a:r>
              <a:rPr lang="en-US" dirty="0"/>
              <a:t> </a:t>
            </a:r>
            <a:r>
              <a:rPr lang="en-US" dirty="0" err="1"/>
              <a:t>sampai</a:t>
            </a:r>
            <a:r>
              <a:rPr lang="en-US" dirty="0"/>
              <a:t> </a:t>
            </a:r>
            <a:r>
              <a:rPr lang="en-US" dirty="0" err="1"/>
              <a:t>muncul</a:t>
            </a:r>
            <a:r>
              <a:rPr lang="en-US" dirty="0"/>
              <a:t> </a:t>
            </a:r>
            <a:r>
              <a:rPr lang="en-US" dirty="0" err="1"/>
              <a:t>perintah</a:t>
            </a:r>
            <a:r>
              <a:rPr lang="en-US" dirty="0"/>
              <a:t> </a:t>
            </a:r>
            <a:r>
              <a:rPr lang="en-US" dirty="0" err="1"/>
              <a:t>selanjutnya</a:t>
            </a:r>
            <a:r>
              <a:rPr lang="en-US" dirty="0"/>
              <a:t>.</a:t>
            </a:r>
            <a:endParaRPr lang="en-US" dirty="0"/>
          </a:p>
        </p:txBody>
      </p:sp>
      <p:pic>
        <p:nvPicPr>
          <p:cNvPr id="3074" name="Picture 2" descr="https://ipaymu.com/wp-content/uploads/2010/12/3dep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0305" y="2557463"/>
            <a:ext cx="3371389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2167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Masukkan Kode Bank CIMB Niaga yaitu </a:t>
            </a:r>
            <a:r>
              <a:rPr lang="pl-PL" b="1" dirty="0"/>
              <a:t>022</a:t>
            </a:r>
            <a:r>
              <a:rPr lang="pl-PL" dirty="0"/>
              <a:t>.</a:t>
            </a:r>
            <a:endParaRPr lang="en-US" dirty="0"/>
          </a:p>
        </p:txBody>
      </p:sp>
      <p:pic>
        <p:nvPicPr>
          <p:cNvPr id="4098" name="Picture 2" descr="https://ipaymu.com/wp-content/uploads/2010/12/4dep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0305" y="2557463"/>
            <a:ext cx="3371389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0669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Masukkan</a:t>
            </a:r>
            <a:r>
              <a:rPr lang="en-US" dirty="0"/>
              <a:t> </a:t>
            </a:r>
            <a:r>
              <a:rPr lang="en-US" dirty="0" err="1"/>
              <a:t>Nomor</a:t>
            </a:r>
            <a:r>
              <a:rPr lang="en-US" dirty="0"/>
              <a:t> </a:t>
            </a:r>
            <a:r>
              <a:rPr lang="en-US" dirty="0" err="1" smtClean="0"/>
              <a:t>Pembayaran</a:t>
            </a:r>
            <a:r>
              <a:rPr lang="en-US" dirty="0" smtClean="0"/>
              <a:t>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 smtClean="0"/>
              <a:t>yaitu</a:t>
            </a:r>
            <a:r>
              <a:rPr lang="en-US" dirty="0" smtClean="0"/>
              <a:t> </a:t>
            </a:r>
            <a:r>
              <a:rPr lang="en-US" dirty="0" err="1" smtClean="0"/>
              <a:t>contoh</a:t>
            </a:r>
            <a:r>
              <a:rPr lang="en-US" dirty="0" smtClean="0"/>
              <a:t> </a:t>
            </a:r>
            <a:r>
              <a:rPr lang="en-US" b="1" dirty="0" smtClean="0"/>
              <a:t>1179001331473351</a:t>
            </a:r>
            <a:r>
              <a:rPr lang="en-US" dirty="0"/>
              <a:t>.</a:t>
            </a:r>
            <a:endParaRPr lang="en-US" dirty="0"/>
          </a:p>
        </p:txBody>
      </p:sp>
      <p:pic>
        <p:nvPicPr>
          <p:cNvPr id="5122" name="Picture 2" descr="https://ipaymu.com/wp-content/uploads/2010/12/5dep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0305" y="2557463"/>
            <a:ext cx="3371389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5866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v-SE" dirty="0"/>
              <a:t>Masukkan jumlah pembayaran yang ditagihkan ke Anda (</a:t>
            </a:r>
            <a:r>
              <a:rPr lang="sv-SE" dirty="0">
                <a:solidFill>
                  <a:srgbClr val="FF0000"/>
                </a:solidFill>
              </a:rPr>
              <a:t>tagihan dan pembayaran harus sama</a:t>
            </a:r>
            <a:r>
              <a:rPr lang="sv-SE" dirty="0"/>
              <a:t>).</a:t>
            </a:r>
            <a:endParaRPr lang="en-US" dirty="0"/>
          </a:p>
        </p:txBody>
      </p:sp>
      <p:pic>
        <p:nvPicPr>
          <p:cNvPr id="6146" name="Picture 2" descr="https://ipaymu.com/wp-content/uploads/2010/12/6dep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0305" y="2557463"/>
            <a:ext cx="3371389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96851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Masukkan</a:t>
            </a:r>
            <a:r>
              <a:rPr lang="en-US" dirty="0"/>
              <a:t> pin m-BCA </a:t>
            </a:r>
            <a:r>
              <a:rPr lang="en-US" dirty="0" err="1"/>
              <a:t>Anda</a:t>
            </a:r>
            <a:r>
              <a:rPr lang="en-US" dirty="0"/>
              <a:t>.</a:t>
            </a:r>
            <a:endParaRPr lang="en-US" dirty="0"/>
          </a:p>
        </p:txBody>
      </p:sp>
      <p:pic>
        <p:nvPicPr>
          <p:cNvPr id="7170" name="Picture 2" descr="https://ipaymu.com/wp-content/uploads/2010/12/7dep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0305" y="2557463"/>
            <a:ext cx="3371389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61974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mendapatkan</a:t>
            </a:r>
            <a:r>
              <a:rPr lang="en-US" dirty="0"/>
              <a:t> </a:t>
            </a:r>
            <a:r>
              <a:rPr lang="en-US" dirty="0" err="1"/>
              <a:t>konfirmasi</a:t>
            </a:r>
            <a:r>
              <a:rPr lang="en-US" dirty="0"/>
              <a:t> </a:t>
            </a:r>
            <a:r>
              <a:rPr lang="en-US" dirty="0" err="1"/>
              <a:t>detil</a:t>
            </a:r>
            <a:r>
              <a:rPr lang="en-US" dirty="0"/>
              <a:t> </a:t>
            </a:r>
            <a:r>
              <a:rPr lang="en-US" dirty="0" err="1"/>
              <a:t>transaksi</a:t>
            </a:r>
            <a:r>
              <a:rPr lang="en-US" dirty="0"/>
              <a:t> </a:t>
            </a:r>
            <a:r>
              <a:rPr lang="en-US" dirty="0" err="1"/>
              <a:t>Anda</a:t>
            </a:r>
            <a:r>
              <a:rPr lang="en-US" dirty="0"/>
              <a:t>. </a:t>
            </a:r>
            <a:r>
              <a:rPr lang="en-US" dirty="0" err="1"/>
              <a:t>Pastikan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rekening</a:t>
            </a:r>
            <a:r>
              <a:rPr lang="en-US" dirty="0"/>
              <a:t> </a:t>
            </a:r>
            <a:r>
              <a:rPr lang="en-US" dirty="0" err="1"/>
              <a:t>penerima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 </a:t>
            </a:r>
            <a:r>
              <a:rPr lang="en-US" b="1" dirty="0" err="1"/>
              <a:t>iPaymu</a:t>
            </a:r>
            <a:r>
              <a:rPr lang="en-US" dirty="0"/>
              <a:t>.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benar</a:t>
            </a:r>
            <a:r>
              <a:rPr lang="en-US" dirty="0"/>
              <a:t> </a:t>
            </a:r>
            <a:r>
              <a:rPr lang="en-US" dirty="0" err="1"/>
              <a:t>klik</a:t>
            </a:r>
            <a:r>
              <a:rPr lang="en-US" dirty="0"/>
              <a:t> OK.</a:t>
            </a:r>
            <a:endParaRPr lang="en-US" dirty="0"/>
          </a:p>
        </p:txBody>
      </p:sp>
      <p:pic>
        <p:nvPicPr>
          <p:cNvPr id="8196" name="Picture 4" descr="https://ipaymu.com/wp-content/uploads/2010/12/8dep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0305" y="2882315"/>
            <a:ext cx="3371389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978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i-FI" dirty="0"/>
              <a:t>Anda akan diminta untuk memasukkan kembali pin m-BCA Anda.</a:t>
            </a:r>
            <a:endParaRPr lang="en-US" dirty="0"/>
          </a:p>
        </p:txBody>
      </p:sp>
      <p:pic>
        <p:nvPicPr>
          <p:cNvPr id="9218" name="Picture 2" descr="https://ipaymu.com/wp-content/uploads/2010/12/9dep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0305" y="2557463"/>
            <a:ext cx="3371389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1028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Pesan</a:t>
            </a:r>
            <a:r>
              <a:rPr lang="en-US" dirty="0"/>
              <a:t> </a:t>
            </a:r>
            <a:r>
              <a:rPr lang="en-US" dirty="0" err="1"/>
              <a:t>berhasil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tampil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ponsel</a:t>
            </a:r>
            <a:r>
              <a:rPr lang="en-US" dirty="0"/>
              <a:t> </a:t>
            </a:r>
            <a:r>
              <a:rPr lang="en-US" dirty="0" err="1"/>
              <a:t>Anda</a:t>
            </a:r>
            <a:r>
              <a:rPr lang="en-US" dirty="0"/>
              <a:t>.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klik</a:t>
            </a:r>
            <a:r>
              <a:rPr lang="en-US" dirty="0"/>
              <a:t> OK.</a:t>
            </a:r>
            <a:endParaRPr lang="en-US" dirty="0"/>
          </a:p>
        </p:txBody>
      </p:sp>
      <p:pic>
        <p:nvPicPr>
          <p:cNvPr id="10242" name="Picture 2" descr="https://ipaymu.com/wp-content/uploads/2010/12/10dep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0305" y="2557463"/>
            <a:ext cx="3371389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86473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 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mendapatkan</a:t>
            </a:r>
            <a:r>
              <a:rPr lang="en-US" dirty="0"/>
              <a:t> </a:t>
            </a:r>
            <a:r>
              <a:rPr lang="en-US" dirty="0" err="1"/>
              <a:t>sms</a:t>
            </a:r>
            <a:r>
              <a:rPr lang="en-US" dirty="0"/>
              <a:t> </a:t>
            </a:r>
            <a:r>
              <a:rPr lang="en-US" dirty="0" err="1"/>
              <a:t>konfirmasi</a:t>
            </a:r>
            <a:r>
              <a:rPr lang="en-US" dirty="0"/>
              <a:t> </a:t>
            </a:r>
            <a:r>
              <a:rPr lang="en-US" dirty="0" err="1"/>
              <a:t>bahwa</a:t>
            </a:r>
            <a:r>
              <a:rPr lang="en-US" dirty="0"/>
              <a:t> transfer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telah</a:t>
            </a:r>
            <a:r>
              <a:rPr lang="en-US" dirty="0"/>
              <a:t> </a:t>
            </a:r>
            <a:r>
              <a:rPr lang="en-US" dirty="0" err="1"/>
              <a:t>berhasil</a:t>
            </a:r>
            <a:r>
              <a:rPr lang="en-US" dirty="0"/>
              <a:t>.</a:t>
            </a:r>
            <a:endParaRPr lang="en-US" dirty="0"/>
          </a:p>
        </p:txBody>
      </p:sp>
      <p:pic>
        <p:nvPicPr>
          <p:cNvPr id="11266" name="Picture 2" descr="https://ipaymu.com/wp-content/uploads/2012/07/MB-11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073400"/>
            <a:ext cx="3048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62358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13</TotalTime>
  <Words>108</Words>
  <Application>Microsoft Office PowerPoint</Application>
  <PresentationFormat>Widescreen</PresentationFormat>
  <Paragraphs>16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Garamond</vt:lpstr>
      <vt:lpstr>Organic</vt:lpstr>
      <vt:lpstr>Cara Pembayaran eCampus</vt:lpstr>
      <vt:lpstr>PowerPoint Presentation</vt:lpstr>
      <vt:lpstr>Pilih menu Layanan Data pada ponsel Anda. Kemudian pilih m-BCA.</vt:lpstr>
      <vt:lpstr>Pilih m-Transfer.</vt:lpstr>
      <vt:lpstr>Pilih menu transfer Antar Bank. Tunggu beberapa saat sampai muncul perintah selanjutnya.</vt:lpstr>
      <vt:lpstr>Masukkan Kode Bank CIMB Niaga yaitu 022.</vt:lpstr>
      <vt:lpstr>Masukkan Nomor Pembayaran Anda yaitu contoh 1179001331473351.</vt:lpstr>
      <vt:lpstr>Masukkan jumlah pembayaran yang ditagihkan ke Anda (tagihan dan pembayaran harus sama).</vt:lpstr>
      <vt:lpstr>Masukkan pin m-BCA Anda.</vt:lpstr>
      <vt:lpstr>Anda akan mendapatkan konfirmasi detil transaksi Anda. Pastikan nama rekening penerima adalah iPaymu. Jika sudah benar klik OK.</vt:lpstr>
      <vt:lpstr>Anda akan diminta untuk memasukkan kembali pin m-BCA Anda.</vt:lpstr>
      <vt:lpstr>Pesan berhasil akan tampil pada ponsel Anda. Kemudian klik OK.</vt:lpstr>
      <vt:lpstr> Anda akan mendapatkan sms konfirmasi bahwa transfer Anda telah berhasil.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Mohammad Fauzi Murtadho</dc:creator>
  <cp:lastModifiedBy>Mohammad Fauzi Murtadho</cp:lastModifiedBy>
  <cp:revision>43</cp:revision>
  <dcterms:created xsi:type="dcterms:W3CDTF">2016-11-24T05:03:12Z</dcterms:created>
  <dcterms:modified xsi:type="dcterms:W3CDTF">2016-11-24T05:16:24Z</dcterms:modified>
</cp:coreProperties>
</file>