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97"/>
  </p:notesMasterIdLst>
  <p:handoutMasterIdLst>
    <p:handoutMasterId r:id="rId98"/>
  </p:handoutMasterIdLst>
  <p:sldIdLst>
    <p:sldId id="342" r:id="rId2"/>
    <p:sldId id="332" r:id="rId3"/>
    <p:sldId id="408" r:id="rId4"/>
    <p:sldId id="409" r:id="rId5"/>
    <p:sldId id="410" r:id="rId6"/>
    <p:sldId id="411" r:id="rId7"/>
    <p:sldId id="414" r:id="rId8"/>
    <p:sldId id="413" r:id="rId9"/>
    <p:sldId id="412" r:id="rId10"/>
    <p:sldId id="402" r:id="rId11"/>
    <p:sldId id="382" r:id="rId12"/>
    <p:sldId id="294" r:id="rId13"/>
    <p:sldId id="397" r:id="rId14"/>
    <p:sldId id="335" r:id="rId15"/>
    <p:sldId id="334" r:id="rId16"/>
    <p:sldId id="406" r:id="rId17"/>
    <p:sldId id="403" r:id="rId18"/>
    <p:sldId id="310" r:id="rId19"/>
    <p:sldId id="392" r:id="rId20"/>
    <p:sldId id="405" r:id="rId21"/>
    <p:sldId id="292" r:id="rId22"/>
    <p:sldId id="298" r:id="rId23"/>
    <p:sldId id="400" r:id="rId24"/>
    <p:sldId id="415" r:id="rId25"/>
    <p:sldId id="416" r:id="rId26"/>
    <p:sldId id="418" r:id="rId27"/>
    <p:sldId id="419" r:id="rId28"/>
    <p:sldId id="420" r:id="rId29"/>
    <p:sldId id="421" r:id="rId30"/>
    <p:sldId id="435" r:id="rId31"/>
    <p:sldId id="417" r:id="rId32"/>
    <p:sldId id="422" r:id="rId33"/>
    <p:sldId id="425" r:id="rId34"/>
    <p:sldId id="423" r:id="rId35"/>
    <p:sldId id="430" r:id="rId36"/>
    <p:sldId id="431" r:id="rId37"/>
    <p:sldId id="432" r:id="rId38"/>
    <p:sldId id="433" r:id="rId39"/>
    <p:sldId id="436" r:id="rId40"/>
    <p:sldId id="424" r:id="rId41"/>
    <p:sldId id="426" r:id="rId42"/>
    <p:sldId id="427" r:id="rId43"/>
    <p:sldId id="428" r:id="rId44"/>
    <p:sldId id="429" r:id="rId45"/>
    <p:sldId id="437" r:id="rId46"/>
    <p:sldId id="434" r:id="rId47"/>
    <p:sldId id="438" r:id="rId48"/>
    <p:sldId id="439" r:id="rId49"/>
    <p:sldId id="440" r:id="rId50"/>
    <p:sldId id="441" r:id="rId51"/>
    <p:sldId id="442" r:id="rId52"/>
    <p:sldId id="443" r:id="rId53"/>
    <p:sldId id="444" r:id="rId54"/>
    <p:sldId id="445" r:id="rId55"/>
    <p:sldId id="446" r:id="rId56"/>
    <p:sldId id="447" r:id="rId57"/>
    <p:sldId id="448" r:id="rId58"/>
    <p:sldId id="449" r:id="rId59"/>
    <p:sldId id="450" r:id="rId60"/>
    <p:sldId id="451" r:id="rId61"/>
    <p:sldId id="452" r:id="rId62"/>
    <p:sldId id="453" r:id="rId63"/>
    <p:sldId id="454" r:id="rId64"/>
    <p:sldId id="455" r:id="rId65"/>
    <p:sldId id="457" r:id="rId66"/>
    <p:sldId id="456" r:id="rId67"/>
    <p:sldId id="458" r:id="rId68"/>
    <p:sldId id="459" r:id="rId69"/>
    <p:sldId id="460" r:id="rId70"/>
    <p:sldId id="461" r:id="rId71"/>
    <p:sldId id="462" r:id="rId72"/>
    <p:sldId id="463" r:id="rId73"/>
    <p:sldId id="464" r:id="rId74"/>
    <p:sldId id="465" r:id="rId75"/>
    <p:sldId id="466" r:id="rId76"/>
    <p:sldId id="467" r:id="rId77"/>
    <p:sldId id="468" r:id="rId78"/>
    <p:sldId id="469" r:id="rId79"/>
    <p:sldId id="470" r:id="rId80"/>
    <p:sldId id="471" r:id="rId81"/>
    <p:sldId id="473" r:id="rId82"/>
    <p:sldId id="472" r:id="rId83"/>
    <p:sldId id="474" r:id="rId84"/>
    <p:sldId id="475" r:id="rId85"/>
    <p:sldId id="476" r:id="rId86"/>
    <p:sldId id="477" r:id="rId87"/>
    <p:sldId id="478" r:id="rId88"/>
    <p:sldId id="479" r:id="rId89"/>
    <p:sldId id="480" r:id="rId90"/>
    <p:sldId id="481" r:id="rId91"/>
    <p:sldId id="482" r:id="rId92"/>
    <p:sldId id="484" r:id="rId93"/>
    <p:sldId id="483" r:id="rId94"/>
    <p:sldId id="485" r:id="rId95"/>
    <p:sldId id="341" r:id="rId96"/>
  </p:sldIdLst>
  <p:sldSz cx="9144000" cy="6858000" type="screen4x3"/>
  <p:notesSz cx="7053263" cy="90805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0">
          <p15:clr>
            <a:srgbClr val="A4A3A4"/>
          </p15:clr>
        </p15:guide>
        <p15:guide id="2" pos="222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FFFF00"/>
    <a:srgbClr val="FFCF01"/>
    <a:srgbClr val="99FF66"/>
    <a:srgbClr val="333399"/>
    <a:srgbClr val="0ED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26" autoAdjust="0"/>
    <p:restoredTop sz="94660"/>
  </p:normalViewPr>
  <p:slideViewPr>
    <p:cSldViewPr>
      <p:cViewPr varScale="1">
        <p:scale>
          <a:sx n="89" d="100"/>
          <a:sy n="89" d="100"/>
        </p:scale>
        <p:origin x="131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1812" y="-96"/>
      </p:cViewPr>
      <p:guideLst>
        <p:guide orient="horz" pos="2860"/>
        <p:guide pos="222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6414" cy="455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5217" y="0"/>
            <a:ext cx="3056414" cy="455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23921"/>
            <a:ext cx="3056414" cy="455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5217" y="8623921"/>
            <a:ext cx="3056414" cy="455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charset="0"/>
              </a:defRPr>
            </a:lvl1pPr>
          </a:lstStyle>
          <a:p>
            <a:fld id="{703E1AAD-4ED7-4651-8249-23F8E85FA13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571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5938" cy="455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738" y="0"/>
            <a:ext cx="3055937" cy="455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FC856-9986-441E-AB0A-1CAF08201F92}" type="datetimeFigureOut">
              <a:rPr lang="en-US" smtClean="0"/>
              <a:t>11/14/2018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82725" y="1135063"/>
            <a:ext cx="4087813" cy="30654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850" y="4370388"/>
            <a:ext cx="5643563" cy="3575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24888"/>
            <a:ext cx="3055938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738" y="8624888"/>
            <a:ext cx="3055937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4C6D1-2DB4-430A-BEE1-6D7D126A9B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415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18" name="Group 2"/>
          <p:cNvGrpSpPr>
            <a:grpSpLocks/>
          </p:cNvGrpSpPr>
          <p:nvPr/>
        </p:nvGrpSpPr>
        <p:grpSpPr bwMode="auto">
          <a:xfrm>
            <a:off x="0" y="3671888"/>
            <a:ext cx="9009063" cy="1052512"/>
            <a:chOff x="0" y="1536"/>
            <a:chExt cx="5675" cy="663"/>
          </a:xfrm>
        </p:grpSpPr>
        <p:grpSp>
          <p:nvGrpSpPr>
            <p:cNvPr id="60419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6042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99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2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60422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60423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gradFill rotWithShape="1">
                <a:gsLst>
                  <a:gs pos="0">
                    <a:srgbClr val="333399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24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042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42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042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042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0430" name="Rectangle 14"/>
          <p:cNvSpPr>
            <a:spLocks noGrp="1" noChangeArrowheads="1"/>
          </p:cNvSpPr>
          <p:nvPr>
            <p:ph type="dt" sz="half" idx="2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0431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0432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A10C2EE-DDD8-4989-9725-C47AE5C5E7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FC8229-0552-4276-9591-C92DDD88B2D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1BCF00-023E-4776-BB7F-F336A9955C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D72D04-35EC-4865-9E7B-FCD864AE238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D67930-BB70-4EB0-87EA-C2C70F031FC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067D2-ADB4-4177-847B-E9C609276FA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AEB0E-1170-4850-B179-95FFFBE4624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1A8C0E-F42F-4723-B27B-6D8161F43A3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85AC1F-96BD-4ED3-BEE0-668D0AEEFDC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DD63C8-CE41-4C05-AFBE-BF37D739F7E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-76200"/>
            <a:ext cx="1951038" cy="62087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-76200"/>
            <a:ext cx="5700712" cy="62087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0EDC52-1333-43BD-A72D-050292B4E3B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0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0"/>
            <a:ext cx="7793037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940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990600"/>
            <a:ext cx="8040688" cy="514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5940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5940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5940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6EABA6A-C17D-40BE-AE4E-2EAFBF879E72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59406" name="Group 14"/>
          <p:cNvGrpSpPr>
            <a:grpSpLocks/>
          </p:cNvGrpSpPr>
          <p:nvPr/>
        </p:nvGrpSpPr>
        <p:grpSpPr bwMode="auto">
          <a:xfrm>
            <a:off x="0" y="76200"/>
            <a:ext cx="9009063" cy="1052513"/>
            <a:chOff x="0" y="1536"/>
            <a:chExt cx="5675" cy="663"/>
          </a:xfrm>
        </p:grpSpPr>
        <p:grpSp>
          <p:nvGrpSpPr>
            <p:cNvPr id="59407" name="Group 15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59408" name="Rectangle 16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rgbClr val="339966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09" name="Rectangle 17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9410" name="Group 18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59411" name="Rectangle 19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gradFill rotWithShape="1">
                <a:gsLst>
                  <a:gs pos="0">
                    <a:srgbClr val="333399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12" name="Rectangle 20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9413" name="Rectangle 21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1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4" name="Rectangle 22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15" name="Rectangle 23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solidFill>
              <a:srgbClr val="000080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9418" name="Rectangle 26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18.wmf"/><Relationship Id="rId18" Type="http://schemas.openxmlformats.org/officeDocument/2006/relationships/image" Target="../media/image19.wmf"/><Relationship Id="rId26" Type="http://schemas.openxmlformats.org/officeDocument/2006/relationships/image" Target="../media/image25.wmf"/><Relationship Id="rId3" Type="http://schemas.openxmlformats.org/officeDocument/2006/relationships/image" Target="../media/image12.wmf"/><Relationship Id="rId21" Type="http://schemas.openxmlformats.org/officeDocument/2006/relationships/oleObject" Target="../embeddings/oleObject5.bin"/><Relationship Id="rId7" Type="http://schemas.openxmlformats.org/officeDocument/2006/relationships/image" Target="../media/image16.wmf"/><Relationship Id="rId12" Type="http://schemas.openxmlformats.org/officeDocument/2006/relationships/image" Target="../media/image17.wmf"/><Relationship Id="rId17" Type="http://schemas.openxmlformats.org/officeDocument/2006/relationships/image" Target="../media/image10.wmf"/><Relationship Id="rId25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.bin"/><Relationship Id="rId20" Type="http://schemas.openxmlformats.org/officeDocument/2006/relationships/image" Target="../media/image21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5.wmf"/><Relationship Id="rId11" Type="http://schemas.openxmlformats.org/officeDocument/2006/relationships/image" Target="../media/image8.wmf"/><Relationship Id="rId24" Type="http://schemas.openxmlformats.org/officeDocument/2006/relationships/image" Target="../media/image23.wmf"/><Relationship Id="rId5" Type="http://schemas.openxmlformats.org/officeDocument/2006/relationships/image" Target="../media/image14.wmf"/><Relationship Id="rId15" Type="http://schemas.openxmlformats.org/officeDocument/2006/relationships/image" Target="../media/image9.wmf"/><Relationship Id="rId23" Type="http://schemas.openxmlformats.org/officeDocument/2006/relationships/image" Target="../media/image22.wmf"/><Relationship Id="rId10" Type="http://schemas.openxmlformats.org/officeDocument/2006/relationships/oleObject" Target="../embeddings/oleObject2.bin"/><Relationship Id="rId19" Type="http://schemas.openxmlformats.org/officeDocument/2006/relationships/image" Target="../media/image20.wmf"/><Relationship Id="rId4" Type="http://schemas.openxmlformats.org/officeDocument/2006/relationships/image" Target="../media/image13.wmf"/><Relationship Id="rId9" Type="http://schemas.openxmlformats.org/officeDocument/2006/relationships/image" Target="../media/image7.wmf"/><Relationship Id="rId14" Type="http://schemas.openxmlformats.org/officeDocument/2006/relationships/oleObject" Target="../embeddings/oleObject3.bin"/><Relationship Id="rId22" Type="http://schemas.openxmlformats.org/officeDocument/2006/relationships/image" Target="../media/image11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-12700" y="2608280"/>
            <a:ext cx="9144000" cy="3581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P</a:t>
            </a:r>
            <a:r>
              <a:rPr kumimoji="0" lang="id-ID" sz="36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engantar Modul Mahasiswa- eLearning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1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16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40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d-ID" sz="4000" b="1" kern="0" dirty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40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id-ID" sz="8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id-ID" sz="3600" b="1" kern="0" dirty="0" smtClean="0">
                <a:solidFill>
                  <a:schemeClr val="tx2"/>
                </a:solidFill>
                <a:latin typeface="Clarendon Condensed" pitchFamily="18" charset="0"/>
                <a:ea typeface="+mj-ea"/>
                <a:cs typeface="+mj-cs"/>
              </a:rPr>
              <a:t>Pelatihan Ecampus untuk Mahasiswa </a:t>
            </a:r>
          </a:p>
        </p:txBody>
      </p:sp>
    </p:spTree>
    <p:extLst>
      <p:ext uri="{BB962C8B-B14F-4D97-AF65-F5344CB8AC3E}">
        <p14:creationId xmlns:p14="http://schemas.microsoft.com/office/powerpoint/2010/main" val="36970933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04800" y="76200"/>
            <a:ext cx="8534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Agenda Workshop?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338494"/>
              </p:ext>
            </p:extLst>
          </p:nvPr>
        </p:nvGraphicFramePr>
        <p:xfrm>
          <a:off x="1219200" y="609600"/>
          <a:ext cx="6096000" cy="587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d-ID" dirty="0" smtClean="0"/>
                        <a:t>No.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Waktu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Materi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08.00 – 09.00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dirty="0" smtClean="0"/>
                        <a:t>Pengantar Modul Mahasiswa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dirty="0" smtClean="0"/>
                        <a:t>09.00 – 10.30</a:t>
                      </a:r>
                    </a:p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Login</a:t>
                      </a:r>
                      <a:r>
                        <a:rPr lang="id-ID" baseline="0" dirty="0" smtClean="0"/>
                        <a:t> dan Profile Mahasiswa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d-ID" baseline="0" dirty="0" smtClean="0"/>
                        <a:t>Mengubah Profile, Foto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d-ID" baseline="0" dirty="0" smtClean="0"/>
                        <a:t>Menghubungkan ke media sosial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d-ID" baseline="0" dirty="0" smtClean="0"/>
                        <a:t>Mengubah password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10.30 – 12.00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Mengambil KRS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13.00 – 15.00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E-Learning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d-ID" dirty="0" smtClean="0"/>
                        <a:t>Tugas Mandiri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d-ID" dirty="0" smtClean="0"/>
                        <a:t>Ujian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d-ID" dirty="0" smtClean="0"/>
                        <a:t>Diskusi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d-ID" dirty="0" smtClean="0"/>
                        <a:t>Tugas</a:t>
                      </a:r>
                      <a:r>
                        <a:rPr lang="id-ID" baseline="0" dirty="0" smtClean="0"/>
                        <a:t> Kelompok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d-ID" baseline="0" dirty="0" smtClean="0"/>
                        <a:t>Konsultasi-Konsultasi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d-ID" baseline="0" dirty="0" smtClean="0"/>
                        <a:t>Pengajuan-Pengauan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id-ID" baseline="0" dirty="0" smtClean="0"/>
                        <a:t>Dll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15.00 – 16.00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d-ID" dirty="0" smtClean="0"/>
                        <a:t>Melihat Nilai,</a:t>
                      </a:r>
                      <a:r>
                        <a:rPr lang="id-ID" baseline="0" dirty="0" smtClean="0"/>
                        <a:t> </a:t>
                      </a:r>
                      <a:r>
                        <a:rPr lang="id-ID" dirty="0" smtClean="0"/>
                        <a:t>Presensi Kehadiran, Kurikulum, dll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d-ID" dirty="0" smtClean="0"/>
                        <a:t>16.00 – 16.30</a:t>
                      </a:r>
                      <a:endParaRPr lang="id-ID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id-ID" dirty="0" smtClean="0"/>
                        <a:t>Melihat</a:t>
                      </a:r>
                      <a:r>
                        <a:rPr lang="id-ID" baseline="0" dirty="0" smtClean="0"/>
                        <a:t> info pembayaran</a:t>
                      </a:r>
                      <a:endParaRPr lang="id-ID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23454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81000" y="2209800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INDUSTRI 4.0 </a:t>
            </a:r>
            <a:r>
              <a:rPr kumimoji="0" lang="id-ID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  <a:sym typeface="Wingdings" panose="05000000000000000000" pitchFamily="2" charset="2"/>
              </a:rPr>
              <a:t> </a:t>
            </a:r>
            <a:r>
              <a:rPr kumimoji="0" lang="id-ID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PENDIDIKAN 4.0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02307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Industri 4.0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47" y="1371599"/>
            <a:ext cx="9127053" cy="4064391"/>
          </a:xfrm>
        </p:spPr>
      </p:pic>
    </p:spTree>
    <p:extLst>
      <p:ext uri="{BB962C8B-B14F-4D97-AF65-F5344CB8AC3E}">
        <p14:creationId xmlns:p14="http://schemas.microsoft.com/office/powerpoint/2010/main" val="40178591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DIKTI 4.0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155769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3789" y="0"/>
            <a:ext cx="7230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4465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838200"/>
          </a:xfrm>
        </p:spPr>
        <p:txBody>
          <a:bodyPr/>
          <a:lstStyle/>
          <a:p>
            <a:r>
              <a:rPr lang="id-ID" sz="3200" dirty="0" smtClean="0"/>
              <a:t>Kemenristekdikti di </a:t>
            </a:r>
            <a:r>
              <a:rPr lang="it-IT" sz="3200" dirty="0" smtClean="0"/>
              <a:t>era </a:t>
            </a:r>
            <a:r>
              <a:rPr lang="it-IT" sz="3200" dirty="0"/>
              <a:t>Revolusi Industri </a:t>
            </a:r>
            <a:r>
              <a:rPr lang="it-IT" sz="3200" dirty="0" smtClean="0"/>
              <a:t>4.0</a:t>
            </a:r>
            <a:r>
              <a:rPr lang="id-ID" sz="2000" dirty="0"/>
              <a:t/>
            </a:r>
            <a:br>
              <a:rPr lang="id-ID" sz="2000" dirty="0"/>
            </a:br>
            <a:r>
              <a:rPr lang="id-ID" sz="1200" dirty="0" smtClean="0"/>
              <a:t>Sumber: https</a:t>
            </a:r>
            <a:r>
              <a:rPr lang="id-ID" sz="1200" dirty="0"/>
              <a:t>://ristekdikti.go.id/pengembangan-iptek-dan-pendidikan-tinggi-di-era-revolusi-industri-4-0/</a:t>
            </a:r>
            <a:endParaRPr lang="id-ID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8458200" cy="5486400"/>
          </a:xfrm>
        </p:spPr>
        <p:txBody>
          <a:bodyPr/>
          <a:lstStyle/>
          <a:p>
            <a:r>
              <a:rPr lang="id-ID" sz="2400" dirty="0"/>
              <a:t>Persiapan sistem pembelajaran yang lebih inovatif di perguruan tinggi seperti penyesuaian kurikulum pembelajaran, dan meningkatkan kemampuan mahasiswa dalam hal data </a:t>
            </a:r>
            <a:r>
              <a:rPr lang="id-ID" sz="2400" b="1" dirty="0"/>
              <a:t>Information Technology (IT</a:t>
            </a:r>
            <a:r>
              <a:rPr lang="id-ID" sz="2400" b="1" dirty="0" smtClean="0"/>
              <a:t>)</a:t>
            </a:r>
          </a:p>
          <a:p>
            <a:r>
              <a:rPr lang="id-ID" sz="2400" dirty="0" smtClean="0"/>
              <a:t>Mulai </a:t>
            </a:r>
            <a:r>
              <a:rPr lang="id-ID" sz="2400" dirty="0"/>
              <a:t>diupayakannya program </a:t>
            </a:r>
            <a:r>
              <a:rPr lang="id-ID" sz="2400" b="1" dirty="0"/>
              <a:t>Cyber University</a:t>
            </a:r>
            <a:r>
              <a:rPr lang="id-ID" sz="2400" dirty="0"/>
              <a:t>, seperti sistem perkuliahan </a:t>
            </a:r>
            <a:r>
              <a:rPr lang="id-ID" sz="2400" b="1" dirty="0"/>
              <a:t>distance learning</a:t>
            </a:r>
            <a:r>
              <a:rPr lang="id-ID" sz="2400" dirty="0"/>
              <a:t>, sehingga mengurangi intensitas pertemuan dosen dan mahasiswa</a:t>
            </a:r>
            <a:r>
              <a:rPr lang="id-ID" sz="2400" dirty="0" smtClean="0"/>
              <a:t>.</a:t>
            </a:r>
          </a:p>
          <a:p>
            <a:r>
              <a:rPr lang="es-ES" sz="2400" dirty="0" err="1"/>
              <a:t>Persiapan</a:t>
            </a:r>
            <a:r>
              <a:rPr lang="es-ES" sz="2400" dirty="0"/>
              <a:t> </a:t>
            </a:r>
            <a:r>
              <a:rPr lang="es-ES" sz="2400" dirty="0" err="1"/>
              <a:t>sumber</a:t>
            </a:r>
            <a:r>
              <a:rPr lang="es-ES" sz="2400" dirty="0"/>
              <a:t> </a:t>
            </a:r>
            <a:r>
              <a:rPr lang="es-ES" sz="2400" dirty="0" err="1"/>
              <a:t>daya</a:t>
            </a:r>
            <a:r>
              <a:rPr lang="es-ES" sz="2400" dirty="0"/>
              <a:t> </a:t>
            </a:r>
            <a:r>
              <a:rPr lang="es-ES" sz="2400" dirty="0" err="1"/>
              <a:t>manusia</a:t>
            </a:r>
            <a:r>
              <a:rPr lang="es-ES" sz="2400" dirty="0"/>
              <a:t> </a:t>
            </a:r>
            <a:r>
              <a:rPr lang="es-ES" sz="2400" dirty="0" err="1"/>
              <a:t>khususnya</a:t>
            </a:r>
            <a:r>
              <a:rPr lang="es-ES" sz="2400" dirty="0"/>
              <a:t> </a:t>
            </a:r>
            <a:r>
              <a:rPr lang="es-ES" sz="2400" b="1" dirty="0" err="1"/>
              <a:t>dosen</a:t>
            </a:r>
            <a:r>
              <a:rPr lang="es-ES" sz="2400" b="1" dirty="0"/>
              <a:t> dan </a:t>
            </a:r>
            <a:r>
              <a:rPr lang="es-ES" sz="2400" b="1" dirty="0" err="1"/>
              <a:t>peneliti</a:t>
            </a:r>
            <a:r>
              <a:rPr lang="es-ES" sz="2400" dirty="0"/>
              <a:t> </a:t>
            </a:r>
            <a:r>
              <a:rPr lang="es-ES" sz="2400" dirty="0" err="1"/>
              <a:t>serta</a:t>
            </a:r>
            <a:r>
              <a:rPr lang="es-ES" sz="2400" dirty="0"/>
              <a:t> </a:t>
            </a:r>
            <a:r>
              <a:rPr lang="es-ES" sz="2400" dirty="0" err="1"/>
              <a:t>perekayasa</a:t>
            </a:r>
            <a:r>
              <a:rPr lang="es-ES" sz="2400" dirty="0"/>
              <a:t> yang </a:t>
            </a:r>
            <a:r>
              <a:rPr lang="es-ES" sz="2400" dirty="0" err="1"/>
              <a:t>responsive</a:t>
            </a:r>
            <a:r>
              <a:rPr lang="es-ES" sz="2400" dirty="0"/>
              <a:t>, </a:t>
            </a:r>
            <a:r>
              <a:rPr lang="es-ES" sz="2400" dirty="0" err="1"/>
              <a:t>adaptif</a:t>
            </a:r>
            <a:r>
              <a:rPr lang="es-ES" sz="2400" dirty="0"/>
              <a:t> dan </a:t>
            </a:r>
            <a:r>
              <a:rPr lang="es-ES" sz="2400" dirty="0" err="1"/>
              <a:t>handal</a:t>
            </a:r>
            <a:r>
              <a:rPr lang="es-ES" sz="2400" dirty="0"/>
              <a:t> </a:t>
            </a:r>
            <a:r>
              <a:rPr lang="es-ES" sz="2400" dirty="0" err="1"/>
              <a:t>untuk</a:t>
            </a:r>
            <a:r>
              <a:rPr lang="es-ES" sz="2400" dirty="0"/>
              <a:t> </a:t>
            </a:r>
            <a:r>
              <a:rPr lang="es-ES" sz="2400" dirty="0" err="1"/>
              <a:t>menghadapi</a:t>
            </a:r>
            <a:r>
              <a:rPr lang="es-ES" sz="2400" dirty="0"/>
              <a:t> </a:t>
            </a:r>
            <a:r>
              <a:rPr lang="es-ES" sz="2400" dirty="0" err="1"/>
              <a:t>revolusi</a:t>
            </a:r>
            <a:r>
              <a:rPr lang="es-ES" sz="2400" dirty="0"/>
              <a:t> </a:t>
            </a:r>
            <a:r>
              <a:rPr lang="es-ES" sz="2400" dirty="0" err="1"/>
              <a:t>industri</a:t>
            </a:r>
            <a:r>
              <a:rPr lang="es-ES" sz="2400" dirty="0"/>
              <a:t> 4.0. </a:t>
            </a:r>
            <a:endParaRPr lang="id-ID" sz="2400" dirty="0" smtClean="0"/>
          </a:p>
          <a:p>
            <a:r>
              <a:rPr lang="id-ID" sz="2400" dirty="0"/>
              <a:t>Terobosan dalam riset dan pengembangan yang mendukung Revolusi Industri 4.0 </a:t>
            </a:r>
            <a:endParaRPr lang="id-ID" sz="2400" dirty="0" smtClean="0"/>
          </a:p>
          <a:p>
            <a:r>
              <a:rPr lang="id-ID" sz="2400" dirty="0"/>
              <a:t>Terobosan inovasi dan perkuatan sistem inovasi untuk meningkatkan produktivitas industri dan meningkatkan perusahaan pemula berbasis teknologi</a:t>
            </a:r>
            <a:endParaRPr lang="id-ID" sz="2400" dirty="0" smtClean="0"/>
          </a:p>
        </p:txBody>
      </p:sp>
    </p:spTree>
    <p:extLst>
      <p:ext uri="{BB962C8B-B14F-4D97-AF65-F5344CB8AC3E}">
        <p14:creationId xmlns:p14="http://schemas.microsoft.com/office/powerpoint/2010/main" val="28214147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7793037" cy="762000"/>
          </a:xfrm>
        </p:spPr>
        <p:txBody>
          <a:bodyPr/>
          <a:lstStyle/>
          <a:p>
            <a:r>
              <a:rPr lang="id-ID" dirty="0" smtClean="0"/>
              <a:t>Pernyataan Menristekdikti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5854"/>
            <a:ext cx="9144000" cy="510154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29000" y="6336268"/>
            <a:ext cx="5715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kern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(Sumber: Direktorat Pembelajaran, Kemenristekdikti, 2018)</a:t>
            </a:r>
            <a:endParaRPr lang="id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14545"/>
            <a:ext cx="9144000" cy="1086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942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Pendidikan 4.0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sz="2800" dirty="0"/>
              <a:t>Pendidikan 1.0 </a:t>
            </a:r>
            <a:endParaRPr lang="id-ID" sz="2800" dirty="0" smtClean="0"/>
          </a:p>
          <a:p>
            <a:pPr lvl="1"/>
            <a:r>
              <a:rPr lang="id-ID" sz="2400" dirty="0" smtClean="0"/>
              <a:t>diartikan </a:t>
            </a:r>
            <a:r>
              <a:rPr lang="id-ID" sz="2400" dirty="0"/>
              <a:t>sebagai proses eksplorasi ilmu dasar dan pengetahuan, sebagai tahapan awal dari lahirnya teknologi-teknologi baru. </a:t>
            </a:r>
            <a:endParaRPr lang="id-ID" sz="2400" dirty="0" smtClean="0"/>
          </a:p>
          <a:p>
            <a:r>
              <a:rPr lang="id-ID" sz="2800" dirty="0" smtClean="0"/>
              <a:t>Pendidikan </a:t>
            </a:r>
            <a:r>
              <a:rPr lang="id-ID" sz="2800" dirty="0"/>
              <a:t>2.0 </a:t>
            </a:r>
            <a:endParaRPr lang="id-ID" sz="2800" dirty="0" smtClean="0"/>
          </a:p>
          <a:p>
            <a:pPr lvl="1"/>
            <a:r>
              <a:rPr lang="id-ID" sz="2400" dirty="0" smtClean="0"/>
              <a:t>mulai </a:t>
            </a:r>
            <a:r>
              <a:rPr lang="id-ID" sz="2400" dirty="0"/>
              <a:t>menghasilkan berbagai macam teknologi. </a:t>
            </a:r>
            <a:endParaRPr lang="id-ID" sz="2400" dirty="0" smtClean="0"/>
          </a:p>
          <a:p>
            <a:r>
              <a:rPr lang="id-ID" sz="2800" dirty="0" smtClean="0"/>
              <a:t>Pendidikan </a:t>
            </a:r>
            <a:r>
              <a:rPr lang="id-ID" sz="2800" dirty="0"/>
              <a:t>3.0 </a:t>
            </a:r>
            <a:endParaRPr lang="id-ID" sz="2800" dirty="0" smtClean="0"/>
          </a:p>
          <a:p>
            <a:pPr lvl="1"/>
            <a:r>
              <a:rPr lang="id-ID" sz="2400" dirty="0" smtClean="0"/>
              <a:t>melalui </a:t>
            </a:r>
            <a:r>
              <a:rPr lang="id-ID" sz="2400" dirty="0"/>
              <a:t>alat yang dihasilkan digunakan untuk banyak memproduksi pengetahuan. </a:t>
            </a:r>
            <a:endParaRPr lang="id-ID" sz="2400" dirty="0" smtClean="0"/>
          </a:p>
          <a:p>
            <a:r>
              <a:rPr lang="id-ID" sz="2800" dirty="0" smtClean="0"/>
              <a:t>Pendidikan </a:t>
            </a:r>
            <a:r>
              <a:rPr lang="id-ID" sz="2800" dirty="0"/>
              <a:t>4.0, </a:t>
            </a:r>
            <a:endParaRPr lang="id-ID" sz="2800" dirty="0" smtClean="0"/>
          </a:p>
          <a:p>
            <a:pPr lvl="1"/>
            <a:r>
              <a:rPr lang="id-ID" sz="2400" dirty="0" smtClean="0"/>
              <a:t>dengan </a:t>
            </a:r>
            <a:r>
              <a:rPr lang="id-ID" sz="2400" dirty="0"/>
              <a:t>teknologi informasi dan sistem kecerdasan akan MEMPRODUKSI </a:t>
            </a:r>
            <a:r>
              <a:rPr lang="id-ID" sz="2400"/>
              <a:t>INOVASI</a:t>
            </a:r>
            <a:r>
              <a:rPr lang="id-ID" sz="2400" smtClean="0"/>
              <a:t>.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1453412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8029575" cy="762000"/>
          </a:xfrm>
        </p:spPr>
        <p:txBody>
          <a:bodyPr/>
          <a:lstStyle/>
          <a:p>
            <a:r>
              <a:rPr lang="id-ID" sz="3200" dirty="0" smtClean="0"/>
              <a:t>Langkah Strategis Pendidikan 4.0 di UGM </a:t>
            </a:r>
            <a:endParaRPr lang="id-ID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497888" cy="5562600"/>
          </a:xfrm>
        </p:spPr>
        <p:txBody>
          <a:bodyPr/>
          <a:lstStyle/>
          <a:p>
            <a:r>
              <a:rPr lang="id-ID" sz="1800" dirty="0"/>
              <a:t>1. VISUAL BASED </a:t>
            </a:r>
            <a:r>
              <a:rPr lang="id-ID" sz="1800" dirty="0" smtClean="0"/>
              <a:t>LEARNING</a:t>
            </a:r>
          </a:p>
          <a:p>
            <a:pPr marL="457200" lvl="1" indent="0">
              <a:buNone/>
            </a:pPr>
            <a:r>
              <a:rPr lang="id-ID" sz="1400" dirty="0" smtClean="0"/>
              <a:t>Konten </a:t>
            </a:r>
            <a:r>
              <a:rPr lang="id-ID" sz="1400" dirty="0"/>
              <a:t>pengetahuan dikuatkan menggunakan </a:t>
            </a:r>
            <a:r>
              <a:rPr lang="id-ID" sz="1400" dirty="0" smtClean="0"/>
              <a:t>bentuk-bentuk </a:t>
            </a:r>
            <a:r>
              <a:rPr lang="id-ID" sz="1400" dirty="0"/>
              <a:t>visual </a:t>
            </a:r>
            <a:r>
              <a:rPr lang="id-ID" sz="1400" dirty="0" smtClean="0"/>
              <a:t>media berbasis TI, berupa: video, grafik, dll. </a:t>
            </a:r>
          </a:p>
          <a:p>
            <a:r>
              <a:rPr lang="id-ID" sz="1800" dirty="0" smtClean="0"/>
              <a:t>2</a:t>
            </a:r>
            <a:r>
              <a:rPr lang="id-ID" sz="1800" dirty="0"/>
              <a:t>. FLIPPED </a:t>
            </a:r>
            <a:r>
              <a:rPr lang="id-ID" sz="1800" dirty="0" smtClean="0"/>
              <a:t>CLASSROOM</a:t>
            </a:r>
          </a:p>
          <a:p>
            <a:pPr marL="457200" lvl="1" indent="0">
              <a:buNone/>
            </a:pPr>
            <a:r>
              <a:rPr lang="id-ID" sz="1400" dirty="0" smtClean="0"/>
              <a:t>Strategi </a:t>
            </a:r>
            <a:r>
              <a:rPr lang="id-ID" sz="1400" dirty="0"/>
              <a:t>blended learning dengan mempersiapkan pembelajaran sebelum tatap muka, dan merefleksikan hasil belajarnya dengan arahan fasilitator</a:t>
            </a:r>
            <a:r>
              <a:rPr lang="id-ID" sz="1400" dirty="0" smtClean="0"/>
              <a:t>.</a:t>
            </a:r>
          </a:p>
          <a:p>
            <a:r>
              <a:rPr lang="id-ID" sz="1800" dirty="0" smtClean="0"/>
              <a:t>3</a:t>
            </a:r>
            <a:r>
              <a:rPr lang="id-ID" sz="1800" dirty="0"/>
              <a:t>. STUDENT CENTERED </a:t>
            </a:r>
            <a:r>
              <a:rPr lang="id-ID" sz="1800" dirty="0" smtClean="0"/>
              <a:t>LEARNING</a:t>
            </a:r>
          </a:p>
          <a:p>
            <a:pPr marL="457200" lvl="1" indent="0">
              <a:buNone/>
            </a:pPr>
            <a:r>
              <a:rPr lang="id-ID" sz="1400" dirty="0" smtClean="0"/>
              <a:t>Paradigma </a:t>
            </a:r>
            <a:r>
              <a:rPr lang="id-ID" sz="1400" dirty="0"/>
              <a:t>Pembelajaran dengan mengganti peran dosen menjadi fasilitator, yang memahami karakteristik peserta didik. </a:t>
            </a:r>
            <a:endParaRPr lang="id-ID" sz="1400" dirty="0" smtClean="0"/>
          </a:p>
          <a:p>
            <a:r>
              <a:rPr lang="id-ID" sz="1800" dirty="0" smtClean="0"/>
              <a:t>4</a:t>
            </a:r>
            <a:r>
              <a:rPr lang="id-ID" sz="1800" dirty="0"/>
              <a:t>. LEARNING </a:t>
            </a:r>
            <a:r>
              <a:rPr lang="id-ID" sz="1800" dirty="0" smtClean="0"/>
              <a:t>PROCESS</a:t>
            </a:r>
          </a:p>
          <a:p>
            <a:pPr marL="457200" lvl="1" indent="0">
              <a:buNone/>
            </a:pPr>
            <a:r>
              <a:rPr lang="id-ID" sz="1400" dirty="0" smtClean="0"/>
              <a:t>Penguatan </a:t>
            </a:r>
            <a:r>
              <a:rPr lang="id-ID" sz="1400" dirty="0"/>
              <a:t>konsep untuk mendorong mahasiswa terlibat aktif, berpikir kritis untuk menyelesaikan masalah. Perlu penyediaan sumber belajar dan fasilitas pendukung untuk menciptakan ekosistem inovasi</a:t>
            </a:r>
            <a:r>
              <a:rPr lang="id-ID" sz="1400" dirty="0" smtClean="0"/>
              <a:t>.</a:t>
            </a:r>
          </a:p>
          <a:p>
            <a:r>
              <a:rPr lang="id-ID" sz="1800" dirty="0" smtClean="0"/>
              <a:t>5</a:t>
            </a:r>
            <a:r>
              <a:rPr lang="id-ID" sz="1800" dirty="0"/>
              <a:t>. OUTCOME BASED </a:t>
            </a:r>
            <a:r>
              <a:rPr lang="id-ID" sz="1800" dirty="0" smtClean="0"/>
              <a:t>EDUCATION</a:t>
            </a:r>
          </a:p>
          <a:p>
            <a:pPr marL="457200" lvl="1" indent="0">
              <a:buNone/>
            </a:pPr>
            <a:r>
              <a:rPr lang="id-ID" sz="1400" dirty="0" smtClean="0"/>
              <a:t>Penerapan </a:t>
            </a:r>
            <a:r>
              <a:rPr lang="id-ID" sz="1400" dirty="0"/>
              <a:t>pembelajaran berbasis capaian melalui perumusan capaian pembelajaran (CP), desain ulang kurikulum, pengembangan karakter dan kreativitas mahasiswa, serta keselarasan yang konstruktif antara: CP, metode pembelajaran, hingga sistem penilaian</a:t>
            </a:r>
            <a:r>
              <a:rPr lang="id-ID" sz="1400" dirty="0" smtClean="0"/>
              <a:t>.</a:t>
            </a:r>
          </a:p>
          <a:p>
            <a:r>
              <a:rPr lang="id-ID" sz="1800" dirty="0" smtClean="0"/>
              <a:t>6</a:t>
            </a:r>
            <a:r>
              <a:rPr lang="id-ID" sz="1800" dirty="0"/>
              <a:t>. CO-WORKING </a:t>
            </a:r>
            <a:r>
              <a:rPr lang="id-ID" sz="1800" dirty="0" smtClean="0"/>
              <a:t>SPACE</a:t>
            </a:r>
          </a:p>
          <a:p>
            <a:pPr marL="457200" lvl="1" indent="0">
              <a:buNone/>
            </a:pPr>
            <a:r>
              <a:rPr lang="id-ID" sz="1400" dirty="0" smtClean="0"/>
              <a:t>Karakteristik </a:t>
            </a:r>
            <a:r>
              <a:rPr lang="id-ID" sz="1400" dirty="0"/>
              <a:t>yang akrab dengan dunia digital memerlukan pembelajaran yang fleksibel, kreatif, berbasis capaian, dan berorientasi pada hasil/prestasi dengan menyediakan ruang terbuka untuk saling berjejaring dan kolaborasi inter-disiplin.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21" y="61442"/>
            <a:ext cx="7039957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070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81000" y="2209800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Apakah eCampus itu?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3573939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/>
          <p:cNvSpPr>
            <a:spLocks noGrp="1"/>
          </p:cNvSpPr>
          <p:nvPr>
            <p:ph type="title"/>
          </p:nvPr>
        </p:nvSpPr>
        <p:spPr>
          <a:xfrm>
            <a:off x="727075" y="33338"/>
            <a:ext cx="8216900" cy="854075"/>
          </a:xfrm>
        </p:spPr>
        <p:txBody>
          <a:bodyPr/>
          <a:lstStyle/>
          <a:p>
            <a:pPr eaLnBrk="1" hangingPunct="1"/>
            <a:r>
              <a:rPr lang="en-US" altLang="en-US" sz="3200" dirty="0" smtClean="0">
                <a:latin typeface="Calibri" panose="020F0502020204030204" pitchFamily="34" charset="0"/>
              </a:rPr>
              <a:t>Proses </a:t>
            </a:r>
            <a:r>
              <a:rPr lang="id-ID" altLang="en-US" sz="3200" dirty="0" smtClean="0">
                <a:latin typeface="Calibri" panose="020F0502020204030204" pitchFamily="34" charset="0"/>
              </a:rPr>
              <a:t>yang terjadi dalam Institusi </a:t>
            </a:r>
            <a:r>
              <a:rPr lang="en-US" altLang="en-US" sz="3200" dirty="0" smtClean="0">
                <a:latin typeface="Calibri" panose="020F0502020204030204" pitchFamily="34" charset="0"/>
              </a:rPr>
              <a:t/>
            </a:r>
            <a:br>
              <a:rPr lang="en-US" altLang="en-US" sz="3200" dirty="0" smtClean="0">
                <a:latin typeface="Calibri" panose="020F0502020204030204" pitchFamily="34" charset="0"/>
              </a:rPr>
            </a:br>
            <a:r>
              <a:rPr lang="id-ID" altLang="en-US" sz="3200" dirty="0">
                <a:latin typeface="Calibri" panose="020F0502020204030204" pitchFamily="34" charset="0"/>
              </a:rPr>
              <a:t>P</a:t>
            </a:r>
            <a:r>
              <a:rPr lang="id-ID" altLang="en-US" sz="3200" dirty="0" smtClean="0">
                <a:latin typeface="Calibri" panose="020F0502020204030204" pitchFamily="34" charset="0"/>
              </a:rPr>
              <a:t>endidikan Tinggi</a:t>
            </a:r>
          </a:p>
        </p:txBody>
      </p:sp>
      <p:cxnSp>
        <p:nvCxnSpPr>
          <p:cNvPr id="5" name="AutoShape 3"/>
          <p:cNvCxnSpPr>
            <a:cxnSpLocks noChangeShapeType="1"/>
            <a:stCxn id="331" idx="2"/>
          </p:cNvCxnSpPr>
          <p:nvPr/>
        </p:nvCxnSpPr>
        <p:spPr bwMode="auto">
          <a:xfrm rot="16200000" flipV="1">
            <a:off x="2757488" y="1162050"/>
            <a:ext cx="4471987" cy="6157913"/>
          </a:xfrm>
          <a:prstGeom prst="bentConnector4">
            <a:avLst>
              <a:gd name="adj1" fmla="val -5074"/>
              <a:gd name="adj2" fmla="val 128667"/>
            </a:avLst>
          </a:prstGeom>
          <a:noFill/>
          <a:ln w="57150">
            <a:solidFill>
              <a:srgbClr val="BA000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AutoShape 4"/>
          <p:cNvSpPr>
            <a:spLocks noChangeArrowheads="1"/>
          </p:cNvSpPr>
          <p:nvPr/>
        </p:nvSpPr>
        <p:spPr bwMode="auto">
          <a:xfrm>
            <a:off x="2808288" y="1468438"/>
            <a:ext cx="2420937" cy="1143000"/>
          </a:xfrm>
          <a:prstGeom prst="rightArrow">
            <a:avLst>
              <a:gd name="adj1" fmla="val 63889"/>
              <a:gd name="adj2" fmla="val 34448"/>
            </a:avLst>
          </a:prstGeom>
          <a:solidFill>
            <a:srgbClr val="FF0000"/>
          </a:solidFill>
          <a:ln w="127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2895600" y="1354138"/>
            <a:ext cx="1978025" cy="1592262"/>
            <a:chOff x="1966" y="346"/>
            <a:chExt cx="1246" cy="1003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007" y="346"/>
              <a:ext cx="1138" cy="973"/>
            </a:xfrm>
            <a:prstGeom prst="rect">
              <a:avLst/>
            </a:prstGeom>
            <a:solidFill>
              <a:srgbClr val="92D050"/>
            </a:soli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id-ID"/>
            </a:p>
          </p:txBody>
        </p:sp>
        <p:grpSp>
          <p:nvGrpSpPr>
            <p:cNvPr id="1276" name="Group 7"/>
            <p:cNvGrpSpPr>
              <a:grpSpLocks/>
            </p:cNvGrpSpPr>
            <p:nvPr/>
          </p:nvGrpSpPr>
          <p:grpSpPr bwMode="auto">
            <a:xfrm flipH="1">
              <a:off x="2117" y="363"/>
              <a:ext cx="369" cy="508"/>
              <a:chOff x="958" y="2457"/>
              <a:chExt cx="488" cy="588"/>
            </a:xfrm>
          </p:grpSpPr>
          <p:sp>
            <p:nvSpPr>
              <p:cNvPr id="1281" name="Freeform 8"/>
              <p:cNvSpPr>
                <a:spLocks/>
              </p:cNvSpPr>
              <p:nvPr/>
            </p:nvSpPr>
            <p:spPr bwMode="auto">
              <a:xfrm>
                <a:off x="1212" y="2551"/>
                <a:ext cx="123" cy="52"/>
              </a:xfrm>
              <a:custGeom>
                <a:avLst/>
                <a:gdLst>
                  <a:gd name="T0" fmla="*/ 0 w 2215"/>
                  <a:gd name="T1" fmla="*/ 0 h 939"/>
                  <a:gd name="T2" fmla="*/ 0 w 2215"/>
                  <a:gd name="T3" fmla="*/ 0 h 939"/>
                  <a:gd name="T4" fmla="*/ 0 w 2215"/>
                  <a:gd name="T5" fmla="*/ 0 h 939"/>
                  <a:gd name="T6" fmla="*/ 0 w 2215"/>
                  <a:gd name="T7" fmla="*/ 0 h 939"/>
                  <a:gd name="T8" fmla="*/ 0 w 2215"/>
                  <a:gd name="T9" fmla="*/ 0 h 939"/>
                  <a:gd name="T10" fmla="*/ 0 w 2215"/>
                  <a:gd name="T11" fmla="*/ 0 h 939"/>
                  <a:gd name="T12" fmla="*/ 0 w 2215"/>
                  <a:gd name="T13" fmla="*/ 0 h 939"/>
                  <a:gd name="T14" fmla="*/ 0 w 2215"/>
                  <a:gd name="T15" fmla="*/ 0 h 939"/>
                  <a:gd name="T16" fmla="*/ 0 w 2215"/>
                  <a:gd name="T17" fmla="*/ 0 h 939"/>
                  <a:gd name="T18" fmla="*/ 0 w 2215"/>
                  <a:gd name="T19" fmla="*/ 0 h 939"/>
                  <a:gd name="T20" fmla="*/ 0 w 2215"/>
                  <a:gd name="T21" fmla="*/ 0 h 939"/>
                  <a:gd name="T22" fmla="*/ 0 w 2215"/>
                  <a:gd name="T23" fmla="*/ 0 h 939"/>
                  <a:gd name="T24" fmla="*/ 0 w 2215"/>
                  <a:gd name="T25" fmla="*/ 0 h 93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215"/>
                  <a:gd name="T40" fmla="*/ 0 h 939"/>
                  <a:gd name="T41" fmla="*/ 2215 w 2215"/>
                  <a:gd name="T42" fmla="*/ 939 h 93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215" h="939">
                    <a:moveTo>
                      <a:pt x="87" y="125"/>
                    </a:moveTo>
                    <a:lnTo>
                      <a:pt x="142" y="60"/>
                    </a:lnTo>
                    <a:lnTo>
                      <a:pt x="506" y="244"/>
                    </a:lnTo>
                    <a:lnTo>
                      <a:pt x="676" y="0"/>
                    </a:lnTo>
                    <a:lnTo>
                      <a:pt x="1299" y="423"/>
                    </a:lnTo>
                    <a:lnTo>
                      <a:pt x="1924" y="423"/>
                    </a:lnTo>
                    <a:lnTo>
                      <a:pt x="2215" y="618"/>
                    </a:lnTo>
                    <a:lnTo>
                      <a:pt x="567" y="847"/>
                    </a:lnTo>
                    <a:lnTo>
                      <a:pt x="469" y="939"/>
                    </a:lnTo>
                    <a:lnTo>
                      <a:pt x="308" y="661"/>
                    </a:lnTo>
                    <a:lnTo>
                      <a:pt x="335" y="558"/>
                    </a:lnTo>
                    <a:lnTo>
                      <a:pt x="0" y="289"/>
                    </a:lnTo>
                    <a:lnTo>
                      <a:pt x="87" y="125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" name="Freeform 9"/>
              <p:cNvSpPr>
                <a:spLocks/>
              </p:cNvSpPr>
              <p:nvPr/>
            </p:nvSpPr>
            <p:spPr bwMode="auto">
              <a:xfrm>
                <a:off x="1262" y="2610"/>
                <a:ext cx="183" cy="257"/>
              </a:xfrm>
              <a:custGeom>
                <a:avLst/>
                <a:gdLst>
                  <a:gd name="T0" fmla="*/ 0 w 3291"/>
                  <a:gd name="T1" fmla="*/ 0 h 4611"/>
                  <a:gd name="T2" fmla="*/ 0 w 3291"/>
                  <a:gd name="T3" fmla="*/ 0 h 4611"/>
                  <a:gd name="T4" fmla="*/ 0 w 3291"/>
                  <a:gd name="T5" fmla="*/ 0 h 4611"/>
                  <a:gd name="T6" fmla="*/ 0 w 3291"/>
                  <a:gd name="T7" fmla="*/ 0 h 4611"/>
                  <a:gd name="T8" fmla="*/ 0 w 3291"/>
                  <a:gd name="T9" fmla="*/ 0 h 4611"/>
                  <a:gd name="T10" fmla="*/ 0 w 3291"/>
                  <a:gd name="T11" fmla="*/ 0 h 4611"/>
                  <a:gd name="T12" fmla="*/ 0 w 3291"/>
                  <a:gd name="T13" fmla="*/ 0 h 4611"/>
                  <a:gd name="T14" fmla="*/ 0 w 3291"/>
                  <a:gd name="T15" fmla="*/ 0 h 4611"/>
                  <a:gd name="T16" fmla="*/ 0 w 3291"/>
                  <a:gd name="T17" fmla="*/ 0 h 4611"/>
                  <a:gd name="T18" fmla="*/ 0 w 3291"/>
                  <a:gd name="T19" fmla="*/ 0 h 4611"/>
                  <a:gd name="T20" fmla="*/ 0 w 3291"/>
                  <a:gd name="T21" fmla="*/ 0 h 4611"/>
                  <a:gd name="T22" fmla="*/ 0 w 3291"/>
                  <a:gd name="T23" fmla="*/ 0 h 4611"/>
                  <a:gd name="T24" fmla="*/ 0 w 3291"/>
                  <a:gd name="T25" fmla="*/ 0 h 4611"/>
                  <a:gd name="T26" fmla="*/ 0 w 3291"/>
                  <a:gd name="T27" fmla="*/ 0 h 4611"/>
                  <a:gd name="T28" fmla="*/ 0 w 3291"/>
                  <a:gd name="T29" fmla="*/ 0 h 461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291"/>
                  <a:gd name="T46" fmla="*/ 0 h 4611"/>
                  <a:gd name="T47" fmla="*/ 3291 w 3291"/>
                  <a:gd name="T48" fmla="*/ 4611 h 4611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291" h="4611">
                    <a:moveTo>
                      <a:pt x="0" y="0"/>
                    </a:moveTo>
                    <a:lnTo>
                      <a:pt x="3098" y="0"/>
                    </a:lnTo>
                    <a:lnTo>
                      <a:pt x="3291" y="123"/>
                    </a:lnTo>
                    <a:lnTo>
                      <a:pt x="3291" y="4227"/>
                    </a:lnTo>
                    <a:lnTo>
                      <a:pt x="3059" y="4227"/>
                    </a:lnTo>
                    <a:lnTo>
                      <a:pt x="3059" y="4611"/>
                    </a:lnTo>
                    <a:lnTo>
                      <a:pt x="1458" y="4611"/>
                    </a:lnTo>
                    <a:lnTo>
                      <a:pt x="1458" y="2809"/>
                    </a:lnTo>
                    <a:lnTo>
                      <a:pt x="1160" y="1924"/>
                    </a:lnTo>
                    <a:lnTo>
                      <a:pt x="1440" y="1924"/>
                    </a:lnTo>
                    <a:lnTo>
                      <a:pt x="1655" y="2507"/>
                    </a:lnTo>
                    <a:lnTo>
                      <a:pt x="1655" y="1343"/>
                    </a:lnTo>
                    <a:lnTo>
                      <a:pt x="41" y="934"/>
                    </a:lnTo>
                    <a:lnTo>
                      <a:pt x="0" y="40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FFFF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3" name="Freeform 10"/>
              <p:cNvSpPr>
                <a:spLocks/>
              </p:cNvSpPr>
              <p:nvPr/>
            </p:nvSpPr>
            <p:spPr bwMode="auto">
              <a:xfrm>
                <a:off x="1242" y="2692"/>
                <a:ext cx="59" cy="45"/>
              </a:xfrm>
              <a:custGeom>
                <a:avLst/>
                <a:gdLst>
                  <a:gd name="T0" fmla="*/ 0 w 1065"/>
                  <a:gd name="T1" fmla="*/ 0 h 812"/>
                  <a:gd name="T2" fmla="*/ 0 w 1065"/>
                  <a:gd name="T3" fmla="*/ 0 h 812"/>
                  <a:gd name="T4" fmla="*/ 0 w 1065"/>
                  <a:gd name="T5" fmla="*/ 0 h 812"/>
                  <a:gd name="T6" fmla="*/ 0 w 1065"/>
                  <a:gd name="T7" fmla="*/ 0 h 812"/>
                  <a:gd name="T8" fmla="*/ 0 w 1065"/>
                  <a:gd name="T9" fmla="*/ 0 h 812"/>
                  <a:gd name="T10" fmla="*/ 0 w 1065"/>
                  <a:gd name="T11" fmla="*/ 0 h 812"/>
                  <a:gd name="T12" fmla="*/ 0 w 1065"/>
                  <a:gd name="T13" fmla="*/ 0 h 8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065"/>
                  <a:gd name="T22" fmla="*/ 0 h 812"/>
                  <a:gd name="T23" fmla="*/ 1065 w 1065"/>
                  <a:gd name="T24" fmla="*/ 812 h 81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065" h="812">
                    <a:moveTo>
                      <a:pt x="0" y="309"/>
                    </a:moveTo>
                    <a:lnTo>
                      <a:pt x="415" y="0"/>
                    </a:lnTo>
                    <a:lnTo>
                      <a:pt x="831" y="0"/>
                    </a:lnTo>
                    <a:lnTo>
                      <a:pt x="1065" y="281"/>
                    </a:lnTo>
                    <a:lnTo>
                      <a:pt x="572" y="482"/>
                    </a:lnTo>
                    <a:lnTo>
                      <a:pt x="237" y="812"/>
                    </a:lnTo>
                    <a:lnTo>
                      <a:pt x="0" y="309"/>
                    </a:lnTo>
                    <a:close/>
                  </a:path>
                </a:pathLst>
              </a:custGeom>
              <a:solidFill>
                <a:srgbClr val="FFEA00"/>
              </a:solidFill>
              <a:ln w="0">
                <a:solidFill>
                  <a:srgbClr val="FFEA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4" name="Freeform 11"/>
              <p:cNvSpPr>
                <a:spLocks/>
              </p:cNvSpPr>
              <p:nvPr/>
            </p:nvSpPr>
            <p:spPr bwMode="auto">
              <a:xfrm>
                <a:off x="958" y="2608"/>
                <a:ext cx="404" cy="437"/>
              </a:xfrm>
              <a:custGeom>
                <a:avLst/>
                <a:gdLst>
                  <a:gd name="T0" fmla="*/ 0 w 7258"/>
                  <a:gd name="T1" fmla="*/ 0 h 7875"/>
                  <a:gd name="T2" fmla="*/ 0 w 7258"/>
                  <a:gd name="T3" fmla="*/ 0 h 7875"/>
                  <a:gd name="T4" fmla="*/ 0 w 7258"/>
                  <a:gd name="T5" fmla="*/ 0 h 7875"/>
                  <a:gd name="T6" fmla="*/ 0 w 7258"/>
                  <a:gd name="T7" fmla="*/ 0 h 7875"/>
                  <a:gd name="T8" fmla="*/ 0 w 7258"/>
                  <a:gd name="T9" fmla="*/ 0 h 7875"/>
                  <a:gd name="T10" fmla="*/ 0 w 7258"/>
                  <a:gd name="T11" fmla="*/ 0 h 7875"/>
                  <a:gd name="T12" fmla="*/ 0 w 7258"/>
                  <a:gd name="T13" fmla="*/ 0 h 7875"/>
                  <a:gd name="T14" fmla="*/ 0 w 7258"/>
                  <a:gd name="T15" fmla="*/ 0 h 7875"/>
                  <a:gd name="T16" fmla="*/ 0 w 7258"/>
                  <a:gd name="T17" fmla="*/ 0 h 7875"/>
                  <a:gd name="T18" fmla="*/ 0 w 7258"/>
                  <a:gd name="T19" fmla="*/ 0 h 7875"/>
                  <a:gd name="T20" fmla="*/ 0 w 7258"/>
                  <a:gd name="T21" fmla="*/ 0 h 7875"/>
                  <a:gd name="T22" fmla="*/ 0 w 7258"/>
                  <a:gd name="T23" fmla="*/ 0 h 7875"/>
                  <a:gd name="T24" fmla="*/ 0 w 7258"/>
                  <a:gd name="T25" fmla="*/ 0 h 7875"/>
                  <a:gd name="T26" fmla="*/ 0 w 7258"/>
                  <a:gd name="T27" fmla="*/ 0 h 7875"/>
                  <a:gd name="T28" fmla="*/ 0 w 7258"/>
                  <a:gd name="T29" fmla="*/ 0 h 7875"/>
                  <a:gd name="T30" fmla="*/ 0 w 7258"/>
                  <a:gd name="T31" fmla="*/ 0 h 7875"/>
                  <a:gd name="T32" fmla="*/ 0 w 7258"/>
                  <a:gd name="T33" fmla="*/ 0 h 7875"/>
                  <a:gd name="T34" fmla="*/ 0 w 7258"/>
                  <a:gd name="T35" fmla="*/ 0 h 7875"/>
                  <a:gd name="T36" fmla="*/ 0 w 7258"/>
                  <a:gd name="T37" fmla="*/ 0 h 7875"/>
                  <a:gd name="T38" fmla="*/ 0 w 7258"/>
                  <a:gd name="T39" fmla="*/ 0 h 7875"/>
                  <a:gd name="T40" fmla="*/ 0 w 7258"/>
                  <a:gd name="T41" fmla="*/ 0 h 7875"/>
                  <a:gd name="T42" fmla="*/ 0 w 7258"/>
                  <a:gd name="T43" fmla="*/ 0 h 7875"/>
                  <a:gd name="T44" fmla="*/ 0 w 7258"/>
                  <a:gd name="T45" fmla="*/ 0 h 7875"/>
                  <a:gd name="T46" fmla="*/ 0 w 7258"/>
                  <a:gd name="T47" fmla="*/ 0 h 7875"/>
                  <a:gd name="T48" fmla="*/ 0 w 7258"/>
                  <a:gd name="T49" fmla="*/ 0 h 7875"/>
                  <a:gd name="T50" fmla="*/ 0 w 7258"/>
                  <a:gd name="T51" fmla="*/ 0 h 7875"/>
                  <a:gd name="T52" fmla="*/ 0 w 7258"/>
                  <a:gd name="T53" fmla="*/ 0 h 7875"/>
                  <a:gd name="T54" fmla="*/ 0 w 7258"/>
                  <a:gd name="T55" fmla="*/ 0 h 7875"/>
                  <a:gd name="T56" fmla="*/ 0 w 7258"/>
                  <a:gd name="T57" fmla="*/ 0 h 7875"/>
                  <a:gd name="T58" fmla="*/ 0 w 7258"/>
                  <a:gd name="T59" fmla="*/ 0 h 7875"/>
                  <a:gd name="T60" fmla="*/ 0 w 7258"/>
                  <a:gd name="T61" fmla="*/ 0 h 7875"/>
                  <a:gd name="T62" fmla="*/ 0 w 7258"/>
                  <a:gd name="T63" fmla="*/ 0 h 7875"/>
                  <a:gd name="T64" fmla="*/ 0 w 7258"/>
                  <a:gd name="T65" fmla="*/ 0 h 7875"/>
                  <a:gd name="T66" fmla="*/ 0 w 7258"/>
                  <a:gd name="T67" fmla="*/ 0 h 7875"/>
                  <a:gd name="T68" fmla="*/ 0 w 7258"/>
                  <a:gd name="T69" fmla="*/ 0 h 7875"/>
                  <a:gd name="T70" fmla="*/ 0 w 7258"/>
                  <a:gd name="T71" fmla="*/ 0 h 7875"/>
                  <a:gd name="T72" fmla="*/ 0 w 7258"/>
                  <a:gd name="T73" fmla="*/ 0 h 7875"/>
                  <a:gd name="T74" fmla="*/ 0 w 7258"/>
                  <a:gd name="T75" fmla="*/ 0 h 7875"/>
                  <a:gd name="T76" fmla="*/ 0 w 7258"/>
                  <a:gd name="T77" fmla="*/ 0 h 7875"/>
                  <a:gd name="T78" fmla="*/ 0 w 7258"/>
                  <a:gd name="T79" fmla="*/ 0 h 7875"/>
                  <a:gd name="T80" fmla="*/ 0 w 7258"/>
                  <a:gd name="T81" fmla="*/ 0 h 7875"/>
                  <a:gd name="T82" fmla="*/ 0 w 7258"/>
                  <a:gd name="T83" fmla="*/ 0 h 7875"/>
                  <a:gd name="T84" fmla="*/ 0 w 7258"/>
                  <a:gd name="T85" fmla="*/ 0 h 7875"/>
                  <a:gd name="T86" fmla="*/ 0 w 7258"/>
                  <a:gd name="T87" fmla="*/ 0 h 7875"/>
                  <a:gd name="T88" fmla="*/ 0 w 7258"/>
                  <a:gd name="T89" fmla="*/ 0 h 7875"/>
                  <a:gd name="T90" fmla="*/ 0 w 7258"/>
                  <a:gd name="T91" fmla="*/ 0 h 7875"/>
                  <a:gd name="T92" fmla="*/ 0 w 7258"/>
                  <a:gd name="T93" fmla="*/ 0 h 7875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7258"/>
                  <a:gd name="T142" fmla="*/ 0 h 7875"/>
                  <a:gd name="T143" fmla="*/ 7258 w 7258"/>
                  <a:gd name="T144" fmla="*/ 7875 h 7875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7258" h="7875">
                    <a:moveTo>
                      <a:pt x="3413" y="253"/>
                    </a:moveTo>
                    <a:lnTo>
                      <a:pt x="3608" y="809"/>
                    </a:lnTo>
                    <a:lnTo>
                      <a:pt x="3489" y="1495"/>
                    </a:lnTo>
                    <a:lnTo>
                      <a:pt x="3511" y="1848"/>
                    </a:lnTo>
                    <a:lnTo>
                      <a:pt x="3530" y="2027"/>
                    </a:lnTo>
                    <a:lnTo>
                      <a:pt x="3667" y="1925"/>
                    </a:lnTo>
                    <a:lnTo>
                      <a:pt x="3708" y="1902"/>
                    </a:lnTo>
                    <a:lnTo>
                      <a:pt x="3843" y="2000"/>
                    </a:lnTo>
                    <a:lnTo>
                      <a:pt x="5084" y="1772"/>
                    </a:lnTo>
                    <a:lnTo>
                      <a:pt x="5379" y="2154"/>
                    </a:lnTo>
                    <a:lnTo>
                      <a:pt x="4105" y="2714"/>
                    </a:lnTo>
                    <a:lnTo>
                      <a:pt x="4338" y="2890"/>
                    </a:lnTo>
                    <a:lnTo>
                      <a:pt x="4377" y="3015"/>
                    </a:lnTo>
                    <a:lnTo>
                      <a:pt x="4556" y="3113"/>
                    </a:lnTo>
                    <a:lnTo>
                      <a:pt x="4593" y="3370"/>
                    </a:lnTo>
                    <a:lnTo>
                      <a:pt x="4770" y="3370"/>
                    </a:lnTo>
                    <a:lnTo>
                      <a:pt x="4930" y="3444"/>
                    </a:lnTo>
                    <a:lnTo>
                      <a:pt x="5264" y="3522"/>
                    </a:lnTo>
                    <a:lnTo>
                      <a:pt x="5425" y="3472"/>
                    </a:lnTo>
                    <a:lnTo>
                      <a:pt x="5540" y="3495"/>
                    </a:lnTo>
                    <a:lnTo>
                      <a:pt x="6291" y="3140"/>
                    </a:lnTo>
                    <a:lnTo>
                      <a:pt x="6843" y="3092"/>
                    </a:lnTo>
                    <a:lnTo>
                      <a:pt x="7119" y="3242"/>
                    </a:lnTo>
                    <a:lnTo>
                      <a:pt x="7258" y="4002"/>
                    </a:lnTo>
                    <a:lnTo>
                      <a:pt x="7156" y="4230"/>
                    </a:lnTo>
                    <a:lnTo>
                      <a:pt x="6468" y="4663"/>
                    </a:lnTo>
                    <a:lnTo>
                      <a:pt x="4969" y="5041"/>
                    </a:lnTo>
                    <a:lnTo>
                      <a:pt x="4076" y="4887"/>
                    </a:lnTo>
                    <a:lnTo>
                      <a:pt x="3575" y="4663"/>
                    </a:lnTo>
                    <a:lnTo>
                      <a:pt x="3179" y="3831"/>
                    </a:lnTo>
                    <a:lnTo>
                      <a:pt x="3041" y="6330"/>
                    </a:lnTo>
                    <a:lnTo>
                      <a:pt x="2780" y="7875"/>
                    </a:lnTo>
                    <a:lnTo>
                      <a:pt x="2088" y="7875"/>
                    </a:lnTo>
                    <a:lnTo>
                      <a:pt x="1577" y="7571"/>
                    </a:lnTo>
                    <a:lnTo>
                      <a:pt x="1499" y="7396"/>
                    </a:lnTo>
                    <a:lnTo>
                      <a:pt x="136" y="6330"/>
                    </a:lnTo>
                    <a:lnTo>
                      <a:pt x="0" y="5875"/>
                    </a:lnTo>
                    <a:lnTo>
                      <a:pt x="17" y="5041"/>
                    </a:lnTo>
                    <a:lnTo>
                      <a:pt x="236" y="3698"/>
                    </a:lnTo>
                    <a:lnTo>
                      <a:pt x="471" y="3219"/>
                    </a:lnTo>
                    <a:lnTo>
                      <a:pt x="651" y="2634"/>
                    </a:lnTo>
                    <a:lnTo>
                      <a:pt x="708" y="2127"/>
                    </a:lnTo>
                    <a:lnTo>
                      <a:pt x="885" y="1318"/>
                    </a:lnTo>
                    <a:lnTo>
                      <a:pt x="1144" y="733"/>
                    </a:lnTo>
                    <a:lnTo>
                      <a:pt x="1737" y="128"/>
                    </a:lnTo>
                    <a:lnTo>
                      <a:pt x="3019" y="0"/>
                    </a:lnTo>
                    <a:lnTo>
                      <a:pt x="3413" y="253"/>
                    </a:lnTo>
                    <a:close/>
                  </a:path>
                </a:pathLst>
              </a:custGeom>
              <a:solidFill>
                <a:srgbClr val="00EAFF"/>
              </a:solidFill>
              <a:ln w="0">
                <a:solidFill>
                  <a:srgbClr val="00EA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5" name="Freeform 12"/>
              <p:cNvSpPr>
                <a:spLocks/>
              </p:cNvSpPr>
              <p:nvPr/>
            </p:nvSpPr>
            <p:spPr bwMode="auto">
              <a:xfrm>
                <a:off x="1037" y="2457"/>
                <a:ext cx="208" cy="183"/>
              </a:xfrm>
              <a:custGeom>
                <a:avLst/>
                <a:gdLst>
                  <a:gd name="T0" fmla="*/ 0 w 3741"/>
                  <a:gd name="T1" fmla="*/ 0 h 3302"/>
                  <a:gd name="T2" fmla="*/ 0 w 3741"/>
                  <a:gd name="T3" fmla="*/ 0 h 3302"/>
                  <a:gd name="T4" fmla="*/ 0 w 3741"/>
                  <a:gd name="T5" fmla="*/ 0 h 3302"/>
                  <a:gd name="T6" fmla="*/ 0 w 3741"/>
                  <a:gd name="T7" fmla="*/ 0 h 3302"/>
                  <a:gd name="T8" fmla="*/ 0 w 3741"/>
                  <a:gd name="T9" fmla="*/ 0 h 3302"/>
                  <a:gd name="T10" fmla="*/ 0 w 3741"/>
                  <a:gd name="T11" fmla="*/ 0 h 3302"/>
                  <a:gd name="T12" fmla="*/ 0 w 3741"/>
                  <a:gd name="T13" fmla="*/ 0 h 3302"/>
                  <a:gd name="T14" fmla="*/ 0 w 3741"/>
                  <a:gd name="T15" fmla="*/ 0 h 3302"/>
                  <a:gd name="T16" fmla="*/ 0 w 3741"/>
                  <a:gd name="T17" fmla="*/ 0 h 3302"/>
                  <a:gd name="T18" fmla="*/ 0 w 3741"/>
                  <a:gd name="T19" fmla="*/ 0 h 3302"/>
                  <a:gd name="T20" fmla="*/ 0 w 3741"/>
                  <a:gd name="T21" fmla="*/ 0 h 3302"/>
                  <a:gd name="T22" fmla="*/ 0 w 3741"/>
                  <a:gd name="T23" fmla="*/ 0 h 3302"/>
                  <a:gd name="T24" fmla="*/ 0 w 3741"/>
                  <a:gd name="T25" fmla="*/ 0 h 3302"/>
                  <a:gd name="T26" fmla="*/ 0 w 3741"/>
                  <a:gd name="T27" fmla="*/ 0 h 3302"/>
                  <a:gd name="T28" fmla="*/ 0 w 3741"/>
                  <a:gd name="T29" fmla="*/ 0 h 3302"/>
                  <a:gd name="T30" fmla="*/ 0 w 3741"/>
                  <a:gd name="T31" fmla="*/ 0 h 3302"/>
                  <a:gd name="T32" fmla="*/ 0 w 3741"/>
                  <a:gd name="T33" fmla="*/ 0 h 3302"/>
                  <a:gd name="T34" fmla="*/ 0 w 3741"/>
                  <a:gd name="T35" fmla="*/ 0 h 3302"/>
                  <a:gd name="T36" fmla="*/ 0 w 3741"/>
                  <a:gd name="T37" fmla="*/ 0 h 3302"/>
                  <a:gd name="T38" fmla="*/ 0 w 3741"/>
                  <a:gd name="T39" fmla="*/ 0 h 3302"/>
                  <a:gd name="T40" fmla="*/ 0 w 3741"/>
                  <a:gd name="T41" fmla="*/ 0 h 3302"/>
                  <a:gd name="T42" fmla="*/ 0 w 3741"/>
                  <a:gd name="T43" fmla="*/ 0 h 3302"/>
                  <a:gd name="T44" fmla="*/ 0 w 3741"/>
                  <a:gd name="T45" fmla="*/ 0 h 3302"/>
                  <a:gd name="T46" fmla="*/ 0 w 3741"/>
                  <a:gd name="T47" fmla="*/ 0 h 3302"/>
                  <a:gd name="T48" fmla="*/ 0 w 3741"/>
                  <a:gd name="T49" fmla="*/ 0 h 3302"/>
                  <a:gd name="T50" fmla="*/ 0 w 3741"/>
                  <a:gd name="T51" fmla="*/ 0 h 3302"/>
                  <a:gd name="T52" fmla="*/ 0 w 3741"/>
                  <a:gd name="T53" fmla="*/ 0 h 3302"/>
                  <a:gd name="T54" fmla="*/ 0 w 3741"/>
                  <a:gd name="T55" fmla="*/ 0 h 3302"/>
                  <a:gd name="T56" fmla="*/ 0 w 3741"/>
                  <a:gd name="T57" fmla="*/ 0 h 3302"/>
                  <a:gd name="T58" fmla="*/ 0 w 3741"/>
                  <a:gd name="T59" fmla="*/ 0 h 3302"/>
                  <a:gd name="T60" fmla="*/ 0 w 3741"/>
                  <a:gd name="T61" fmla="*/ 0 h 3302"/>
                  <a:gd name="T62" fmla="*/ 0 w 3741"/>
                  <a:gd name="T63" fmla="*/ 0 h 3302"/>
                  <a:gd name="T64" fmla="*/ 0 w 3741"/>
                  <a:gd name="T65" fmla="*/ 0 h 3302"/>
                  <a:gd name="T66" fmla="*/ 0 w 3741"/>
                  <a:gd name="T67" fmla="*/ 0 h 3302"/>
                  <a:gd name="T68" fmla="*/ 0 w 3741"/>
                  <a:gd name="T69" fmla="*/ 0 h 3302"/>
                  <a:gd name="T70" fmla="*/ 0 w 3741"/>
                  <a:gd name="T71" fmla="*/ 0 h 330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3741"/>
                  <a:gd name="T109" fmla="*/ 0 h 3302"/>
                  <a:gd name="T110" fmla="*/ 3741 w 3741"/>
                  <a:gd name="T111" fmla="*/ 3302 h 330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3741" h="3302">
                    <a:moveTo>
                      <a:pt x="2189" y="2655"/>
                    </a:moveTo>
                    <a:lnTo>
                      <a:pt x="2199" y="2833"/>
                    </a:lnTo>
                    <a:lnTo>
                      <a:pt x="1998" y="2958"/>
                    </a:lnTo>
                    <a:lnTo>
                      <a:pt x="1893" y="2944"/>
                    </a:lnTo>
                    <a:lnTo>
                      <a:pt x="1817" y="3048"/>
                    </a:lnTo>
                    <a:lnTo>
                      <a:pt x="1862" y="3175"/>
                    </a:lnTo>
                    <a:lnTo>
                      <a:pt x="1796" y="3302"/>
                    </a:lnTo>
                    <a:lnTo>
                      <a:pt x="1238" y="3252"/>
                    </a:lnTo>
                    <a:lnTo>
                      <a:pt x="1109" y="3012"/>
                    </a:lnTo>
                    <a:lnTo>
                      <a:pt x="952" y="2958"/>
                    </a:lnTo>
                    <a:lnTo>
                      <a:pt x="667" y="2973"/>
                    </a:lnTo>
                    <a:lnTo>
                      <a:pt x="589" y="2821"/>
                    </a:lnTo>
                    <a:lnTo>
                      <a:pt x="216" y="3022"/>
                    </a:lnTo>
                    <a:lnTo>
                      <a:pt x="0" y="2645"/>
                    </a:lnTo>
                    <a:lnTo>
                      <a:pt x="156" y="2517"/>
                    </a:lnTo>
                    <a:lnTo>
                      <a:pt x="275" y="2341"/>
                    </a:lnTo>
                    <a:lnTo>
                      <a:pt x="234" y="2228"/>
                    </a:lnTo>
                    <a:lnTo>
                      <a:pt x="285" y="2079"/>
                    </a:lnTo>
                    <a:lnTo>
                      <a:pt x="596" y="1889"/>
                    </a:lnTo>
                    <a:lnTo>
                      <a:pt x="930" y="1347"/>
                    </a:lnTo>
                    <a:lnTo>
                      <a:pt x="1156" y="581"/>
                    </a:lnTo>
                    <a:lnTo>
                      <a:pt x="1481" y="214"/>
                    </a:lnTo>
                    <a:lnTo>
                      <a:pt x="1706" y="47"/>
                    </a:lnTo>
                    <a:lnTo>
                      <a:pt x="2176" y="0"/>
                    </a:lnTo>
                    <a:lnTo>
                      <a:pt x="2706" y="99"/>
                    </a:lnTo>
                    <a:lnTo>
                      <a:pt x="3090" y="355"/>
                    </a:lnTo>
                    <a:lnTo>
                      <a:pt x="3461" y="554"/>
                    </a:lnTo>
                    <a:lnTo>
                      <a:pt x="3610" y="706"/>
                    </a:lnTo>
                    <a:lnTo>
                      <a:pt x="3710" y="872"/>
                    </a:lnTo>
                    <a:lnTo>
                      <a:pt x="3741" y="1032"/>
                    </a:lnTo>
                    <a:lnTo>
                      <a:pt x="3741" y="1287"/>
                    </a:lnTo>
                    <a:lnTo>
                      <a:pt x="3618" y="1460"/>
                    </a:lnTo>
                    <a:lnTo>
                      <a:pt x="3499" y="1523"/>
                    </a:lnTo>
                    <a:lnTo>
                      <a:pt x="3495" y="1460"/>
                    </a:lnTo>
                    <a:lnTo>
                      <a:pt x="2982" y="1626"/>
                    </a:lnTo>
                    <a:lnTo>
                      <a:pt x="2189" y="2655"/>
                    </a:lnTo>
                    <a:close/>
                  </a:path>
                </a:pathLst>
              </a:custGeom>
              <a:solidFill>
                <a:srgbClr val="FFEA00"/>
              </a:solidFill>
              <a:ln w="0">
                <a:solidFill>
                  <a:srgbClr val="FFEA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6" name="Freeform 13"/>
              <p:cNvSpPr>
                <a:spLocks/>
              </p:cNvSpPr>
              <p:nvPr/>
            </p:nvSpPr>
            <p:spPr bwMode="auto">
              <a:xfrm>
                <a:off x="1132" y="2528"/>
                <a:ext cx="93" cy="89"/>
              </a:xfrm>
              <a:custGeom>
                <a:avLst/>
                <a:gdLst>
                  <a:gd name="T0" fmla="*/ 0 w 1663"/>
                  <a:gd name="T1" fmla="*/ 0 h 1604"/>
                  <a:gd name="T2" fmla="*/ 0 w 1663"/>
                  <a:gd name="T3" fmla="*/ 0 h 1604"/>
                  <a:gd name="T4" fmla="*/ 0 w 1663"/>
                  <a:gd name="T5" fmla="*/ 0 h 1604"/>
                  <a:gd name="T6" fmla="*/ 0 w 1663"/>
                  <a:gd name="T7" fmla="*/ 0 h 1604"/>
                  <a:gd name="T8" fmla="*/ 0 w 1663"/>
                  <a:gd name="T9" fmla="*/ 0 h 1604"/>
                  <a:gd name="T10" fmla="*/ 0 w 1663"/>
                  <a:gd name="T11" fmla="*/ 0 h 1604"/>
                  <a:gd name="T12" fmla="*/ 0 w 1663"/>
                  <a:gd name="T13" fmla="*/ 0 h 1604"/>
                  <a:gd name="T14" fmla="*/ 0 w 1663"/>
                  <a:gd name="T15" fmla="*/ 0 h 1604"/>
                  <a:gd name="T16" fmla="*/ 0 w 1663"/>
                  <a:gd name="T17" fmla="*/ 0 h 1604"/>
                  <a:gd name="T18" fmla="*/ 0 w 1663"/>
                  <a:gd name="T19" fmla="*/ 0 h 1604"/>
                  <a:gd name="T20" fmla="*/ 0 w 1663"/>
                  <a:gd name="T21" fmla="*/ 0 h 1604"/>
                  <a:gd name="T22" fmla="*/ 0 w 1663"/>
                  <a:gd name="T23" fmla="*/ 0 h 1604"/>
                  <a:gd name="T24" fmla="*/ 0 w 1663"/>
                  <a:gd name="T25" fmla="*/ 0 h 1604"/>
                  <a:gd name="T26" fmla="*/ 0 w 1663"/>
                  <a:gd name="T27" fmla="*/ 0 h 1604"/>
                  <a:gd name="T28" fmla="*/ 0 w 1663"/>
                  <a:gd name="T29" fmla="*/ 0 h 1604"/>
                  <a:gd name="T30" fmla="*/ 0 w 1663"/>
                  <a:gd name="T31" fmla="*/ 0 h 1604"/>
                  <a:gd name="T32" fmla="*/ 0 w 1663"/>
                  <a:gd name="T33" fmla="*/ 0 h 1604"/>
                  <a:gd name="T34" fmla="*/ 0 w 1663"/>
                  <a:gd name="T35" fmla="*/ 0 h 1604"/>
                  <a:gd name="T36" fmla="*/ 0 w 1663"/>
                  <a:gd name="T37" fmla="*/ 0 h 1604"/>
                  <a:gd name="T38" fmla="*/ 0 w 1663"/>
                  <a:gd name="T39" fmla="*/ 0 h 1604"/>
                  <a:gd name="T40" fmla="*/ 0 w 1663"/>
                  <a:gd name="T41" fmla="*/ 0 h 1604"/>
                  <a:gd name="T42" fmla="*/ 0 w 1663"/>
                  <a:gd name="T43" fmla="*/ 0 h 1604"/>
                  <a:gd name="T44" fmla="*/ 0 w 1663"/>
                  <a:gd name="T45" fmla="*/ 0 h 1604"/>
                  <a:gd name="T46" fmla="*/ 0 w 1663"/>
                  <a:gd name="T47" fmla="*/ 0 h 1604"/>
                  <a:gd name="T48" fmla="*/ 0 w 1663"/>
                  <a:gd name="T49" fmla="*/ 0 h 1604"/>
                  <a:gd name="T50" fmla="*/ 0 w 1663"/>
                  <a:gd name="T51" fmla="*/ 0 h 1604"/>
                  <a:gd name="T52" fmla="*/ 0 w 1663"/>
                  <a:gd name="T53" fmla="*/ 0 h 1604"/>
                  <a:gd name="T54" fmla="*/ 0 w 1663"/>
                  <a:gd name="T55" fmla="*/ 0 h 1604"/>
                  <a:gd name="T56" fmla="*/ 0 w 1663"/>
                  <a:gd name="T57" fmla="*/ 0 h 1604"/>
                  <a:gd name="T58" fmla="*/ 0 w 1663"/>
                  <a:gd name="T59" fmla="*/ 0 h 1604"/>
                  <a:gd name="T60" fmla="*/ 0 w 1663"/>
                  <a:gd name="T61" fmla="*/ 0 h 1604"/>
                  <a:gd name="T62" fmla="*/ 0 w 1663"/>
                  <a:gd name="T63" fmla="*/ 0 h 160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663"/>
                  <a:gd name="T97" fmla="*/ 0 h 1604"/>
                  <a:gd name="T98" fmla="*/ 1663 w 1663"/>
                  <a:gd name="T99" fmla="*/ 1604 h 1604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663" h="1604">
                    <a:moveTo>
                      <a:pt x="209" y="11"/>
                    </a:moveTo>
                    <a:lnTo>
                      <a:pt x="78" y="113"/>
                    </a:lnTo>
                    <a:lnTo>
                      <a:pt x="64" y="201"/>
                    </a:lnTo>
                    <a:lnTo>
                      <a:pt x="107" y="471"/>
                    </a:lnTo>
                    <a:lnTo>
                      <a:pt x="0" y="702"/>
                    </a:lnTo>
                    <a:lnTo>
                      <a:pt x="156" y="984"/>
                    </a:lnTo>
                    <a:lnTo>
                      <a:pt x="201" y="1273"/>
                    </a:lnTo>
                    <a:lnTo>
                      <a:pt x="209" y="1604"/>
                    </a:lnTo>
                    <a:lnTo>
                      <a:pt x="327" y="1311"/>
                    </a:lnTo>
                    <a:lnTo>
                      <a:pt x="446" y="1311"/>
                    </a:lnTo>
                    <a:lnTo>
                      <a:pt x="765" y="1581"/>
                    </a:lnTo>
                    <a:lnTo>
                      <a:pt x="871" y="1581"/>
                    </a:lnTo>
                    <a:lnTo>
                      <a:pt x="976" y="1538"/>
                    </a:lnTo>
                    <a:lnTo>
                      <a:pt x="1000" y="1444"/>
                    </a:lnTo>
                    <a:lnTo>
                      <a:pt x="996" y="1317"/>
                    </a:lnTo>
                    <a:lnTo>
                      <a:pt x="1041" y="1224"/>
                    </a:lnTo>
                    <a:lnTo>
                      <a:pt x="1193" y="1158"/>
                    </a:lnTo>
                    <a:lnTo>
                      <a:pt x="1266" y="1015"/>
                    </a:lnTo>
                    <a:lnTo>
                      <a:pt x="1487" y="984"/>
                    </a:lnTo>
                    <a:lnTo>
                      <a:pt x="1501" y="943"/>
                    </a:lnTo>
                    <a:lnTo>
                      <a:pt x="1391" y="524"/>
                    </a:lnTo>
                    <a:lnTo>
                      <a:pt x="1594" y="403"/>
                    </a:lnTo>
                    <a:lnTo>
                      <a:pt x="1663" y="201"/>
                    </a:lnTo>
                    <a:lnTo>
                      <a:pt x="1530" y="201"/>
                    </a:lnTo>
                    <a:lnTo>
                      <a:pt x="1446" y="140"/>
                    </a:lnTo>
                    <a:lnTo>
                      <a:pt x="1380" y="230"/>
                    </a:lnTo>
                    <a:lnTo>
                      <a:pt x="1327" y="154"/>
                    </a:lnTo>
                    <a:lnTo>
                      <a:pt x="1205" y="263"/>
                    </a:lnTo>
                    <a:lnTo>
                      <a:pt x="1097" y="95"/>
                    </a:lnTo>
                    <a:lnTo>
                      <a:pt x="853" y="154"/>
                    </a:lnTo>
                    <a:lnTo>
                      <a:pt x="292" y="0"/>
                    </a:lnTo>
                    <a:lnTo>
                      <a:pt x="209" y="11"/>
                    </a:lnTo>
                    <a:close/>
                  </a:path>
                </a:pathLst>
              </a:custGeom>
              <a:solidFill>
                <a:srgbClr val="FFC98E"/>
              </a:solidFill>
              <a:ln w="0">
                <a:solidFill>
                  <a:srgbClr val="FFC98E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7" name="Freeform 14"/>
              <p:cNvSpPr>
                <a:spLocks/>
              </p:cNvSpPr>
              <p:nvPr/>
            </p:nvSpPr>
            <p:spPr bwMode="auto">
              <a:xfrm>
                <a:off x="1138" y="2563"/>
                <a:ext cx="10" cy="7"/>
              </a:xfrm>
              <a:custGeom>
                <a:avLst/>
                <a:gdLst>
                  <a:gd name="T0" fmla="*/ 0 w 173"/>
                  <a:gd name="T1" fmla="*/ 0 h 141"/>
                  <a:gd name="T2" fmla="*/ 0 w 173"/>
                  <a:gd name="T3" fmla="*/ 0 h 141"/>
                  <a:gd name="T4" fmla="*/ 0 w 173"/>
                  <a:gd name="T5" fmla="*/ 0 h 141"/>
                  <a:gd name="T6" fmla="*/ 0 w 173"/>
                  <a:gd name="T7" fmla="*/ 0 h 141"/>
                  <a:gd name="T8" fmla="*/ 0 w 173"/>
                  <a:gd name="T9" fmla="*/ 0 h 141"/>
                  <a:gd name="T10" fmla="*/ 0 w 173"/>
                  <a:gd name="T11" fmla="*/ 0 h 141"/>
                  <a:gd name="T12" fmla="*/ 0 w 173"/>
                  <a:gd name="T13" fmla="*/ 0 h 141"/>
                  <a:gd name="T14" fmla="*/ 0 w 173"/>
                  <a:gd name="T15" fmla="*/ 0 h 1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3"/>
                  <a:gd name="T25" fmla="*/ 0 h 141"/>
                  <a:gd name="T26" fmla="*/ 173 w 173"/>
                  <a:gd name="T27" fmla="*/ 141 h 14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3" h="141">
                    <a:moveTo>
                      <a:pt x="55" y="14"/>
                    </a:moveTo>
                    <a:lnTo>
                      <a:pt x="125" y="0"/>
                    </a:lnTo>
                    <a:lnTo>
                      <a:pt x="173" y="29"/>
                    </a:lnTo>
                    <a:lnTo>
                      <a:pt x="161" y="82"/>
                    </a:lnTo>
                    <a:lnTo>
                      <a:pt x="110" y="135"/>
                    </a:lnTo>
                    <a:lnTo>
                      <a:pt x="41" y="141"/>
                    </a:lnTo>
                    <a:lnTo>
                      <a:pt x="0" y="82"/>
                    </a:lnTo>
                    <a:lnTo>
                      <a:pt x="55" y="14"/>
                    </a:lnTo>
                    <a:close/>
                  </a:path>
                </a:pathLst>
              </a:custGeom>
              <a:solidFill>
                <a:srgbClr val="FFEA00"/>
              </a:solidFill>
              <a:ln w="0">
                <a:solidFill>
                  <a:srgbClr val="FFEA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8" name="Freeform 15"/>
              <p:cNvSpPr>
                <a:spLocks/>
              </p:cNvSpPr>
              <p:nvPr/>
            </p:nvSpPr>
            <p:spPr bwMode="auto">
              <a:xfrm>
                <a:off x="1351" y="2749"/>
                <a:ext cx="72" cy="81"/>
              </a:xfrm>
              <a:custGeom>
                <a:avLst/>
                <a:gdLst>
                  <a:gd name="T0" fmla="*/ 0 w 1284"/>
                  <a:gd name="T1" fmla="*/ 0 h 1474"/>
                  <a:gd name="T2" fmla="*/ 0 w 1284"/>
                  <a:gd name="T3" fmla="*/ 0 h 1474"/>
                  <a:gd name="T4" fmla="*/ 0 w 1284"/>
                  <a:gd name="T5" fmla="*/ 0 h 1474"/>
                  <a:gd name="T6" fmla="*/ 0 w 1284"/>
                  <a:gd name="T7" fmla="*/ 0 h 1474"/>
                  <a:gd name="T8" fmla="*/ 0 w 1284"/>
                  <a:gd name="T9" fmla="*/ 0 h 1474"/>
                  <a:gd name="T10" fmla="*/ 0 w 1284"/>
                  <a:gd name="T11" fmla="*/ 0 h 1474"/>
                  <a:gd name="T12" fmla="*/ 0 w 1284"/>
                  <a:gd name="T13" fmla="*/ 0 h 1474"/>
                  <a:gd name="T14" fmla="*/ 0 w 1284"/>
                  <a:gd name="T15" fmla="*/ 0 h 1474"/>
                  <a:gd name="T16" fmla="*/ 0 w 1284"/>
                  <a:gd name="T17" fmla="*/ 0 h 1474"/>
                  <a:gd name="T18" fmla="*/ 0 w 1284"/>
                  <a:gd name="T19" fmla="*/ 0 h 1474"/>
                  <a:gd name="T20" fmla="*/ 0 w 1284"/>
                  <a:gd name="T21" fmla="*/ 0 h 1474"/>
                  <a:gd name="T22" fmla="*/ 0 w 1284"/>
                  <a:gd name="T23" fmla="*/ 0 h 1474"/>
                  <a:gd name="T24" fmla="*/ 0 w 1284"/>
                  <a:gd name="T25" fmla="*/ 0 h 1474"/>
                  <a:gd name="T26" fmla="*/ 0 w 1284"/>
                  <a:gd name="T27" fmla="*/ 0 h 147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284"/>
                  <a:gd name="T43" fmla="*/ 0 h 1474"/>
                  <a:gd name="T44" fmla="*/ 1284 w 1284"/>
                  <a:gd name="T45" fmla="*/ 1474 h 1474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284" h="1474">
                    <a:moveTo>
                      <a:pt x="0" y="712"/>
                    </a:moveTo>
                    <a:lnTo>
                      <a:pt x="164" y="1474"/>
                    </a:lnTo>
                    <a:lnTo>
                      <a:pt x="636" y="1474"/>
                    </a:lnTo>
                    <a:lnTo>
                      <a:pt x="781" y="1349"/>
                    </a:lnTo>
                    <a:lnTo>
                      <a:pt x="1124" y="1315"/>
                    </a:lnTo>
                    <a:lnTo>
                      <a:pt x="1184" y="1228"/>
                    </a:lnTo>
                    <a:lnTo>
                      <a:pt x="1284" y="749"/>
                    </a:lnTo>
                    <a:lnTo>
                      <a:pt x="1090" y="452"/>
                    </a:lnTo>
                    <a:lnTo>
                      <a:pt x="854" y="354"/>
                    </a:lnTo>
                    <a:lnTo>
                      <a:pt x="597" y="234"/>
                    </a:lnTo>
                    <a:lnTo>
                      <a:pt x="509" y="0"/>
                    </a:lnTo>
                    <a:lnTo>
                      <a:pt x="369" y="23"/>
                    </a:lnTo>
                    <a:lnTo>
                      <a:pt x="291" y="313"/>
                    </a:lnTo>
                    <a:lnTo>
                      <a:pt x="0" y="712"/>
                    </a:lnTo>
                    <a:close/>
                  </a:path>
                </a:pathLst>
              </a:custGeom>
              <a:solidFill>
                <a:srgbClr val="FFEA00"/>
              </a:solidFill>
              <a:ln w="0">
                <a:solidFill>
                  <a:srgbClr val="FFEA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9" name="Freeform 16"/>
              <p:cNvSpPr>
                <a:spLocks/>
              </p:cNvSpPr>
              <p:nvPr/>
            </p:nvSpPr>
            <p:spPr bwMode="auto">
              <a:xfrm>
                <a:off x="1172" y="2460"/>
                <a:ext cx="54" cy="36"/>
              </a:xfrm>
              <a:custGeom>
                <a:avLst/>
                <a:gdLst>
                  <a:gd name="T0" fmla="*/ 0 w 963"/>
                  <a:gd name="T1" fmla="*/ 0 h 637"/>
                  <a:gd name="T2" fmla="*/ 0 w 963"/>
                  <a:gd name="T3" fmla="*/ 0 h 637"/>
                  <a:gd name="T4" fmla="*/ 0 w 963"/>
                  <a:gd name="T5" fmla="*/ 0 h 637"/>
                  <a:gd name="T6" fmla="*/ 0 w 963"/>
                  <a:gd name="T7" fmla="*/ 0 h 637"/>
                  <a:gd name="T8" fmla="*/ 0 w 963"/>
                  <a:gd name="T9" fmla="*/ 0 h 637"/>
                  <a:gd name="T10" fmla="*/ 0 w 963"/>
                  <a:gd name="T11" fmla="*/ 0 h 637"/>
                  <a:gd name="T12" fmla="*/ 0 w 963"/>
                  <a:gd name="T13" fmla="*/ 0 h 637"/>
                  <a:gd name="T14" fmla="*/ 0 w 963"/>
                  <a:gd name="T15" fmla="*/ 0 h 637"/>
                  <a:gd name="T16" fmla="*/ 0 w 963"/>
                  <a:gd name="T17" fmla="*/ 0 h 637"/>
                  <a:gd name="T18" fmla="*/ 0 w 963"/>
                  <a:gd name="T19" fmla="*/ 0 h 637"/>
                  <a:gd name="T20" fmla="*/ 0 w 963"/>
                  <a:gd name="T21" fmla="*/ 0 h 637"/>
                  <a:gd name="T22" fmla="*/ 0 w 963"/>
                  <a:gd name="T23" fmla="*/ 0 h 637"/>
                  <a:gd name="T24" fmla="*/ 0 w 963"/>
                  <a:gd name="T25" fmla="*/ 0 h 637"/>
                  <a:gd name="T26" fmla="*/ 0 w 963"/>
                  <a:gd name="T27" fmla="*/ 0 h 637"/>
                  <a:gd name="T28" fmla="*/ 0 w 963"/>
                  <a:gd name="T29" fmla="*/ 0 h 637"/>
                  <a:gd name="T30" fmla="*/ 0 w 963"/>
                  <a:gd name="T31" fmla="*/ 0 h 637"/>
                  <a:gd name="T32" fmla="*/ 0 w 963"/>
                  <a:gd name="T33" fmla="*/ 0 h 637"/>
                  <a:gd name="T34" fmla="*/ 0 w 963"/>
                  <a:gd name="T35" fmla="*/ 0 h 637"/>
                  <a:gd name="T36" fmla="*/ 0 w 963"/>
                  <a:gd name="T37" fmla="*/ 0 h 637"/>
                  <a:gd name="T38" fmla="*/ 0 w 963"/>
                  <a:gd name="T39" fmla="*/ 0 h 637"/>
                  <a:gd name="T40" fmla="*/ 0 w 963"/>
                  <a:gd name="T41" fmla="*/ 0 h 637"/>
                  <a:gd name="T42" fmla="*/ 0 w 963"/>
                  <a:gd name="T43" fmla="*/ 0 h 637"/>
                  <a:gd name="T44" fmla="*/ 0 w 963"/>
                  <a:gd name="T45" fmla="*/ 0 h 637"/>
                  <a:gd name="T46" fmla="*/ 0 w 963"/>
                  <a:gd name="T47" fmla="*/ 0 h 637"/>
                  <a:gd name="T48" fmla="*/ 0 w 963"/>
                  <a:gd name="T49" fmla="*/ 0 h 637"/>
                  <a:gd name="T50" fmla="*/ 0 w 963"/>
                  <a:gd name="T51" fmla="*/ 0 h 637"/>
                  <a:gd name="T52" fmla="*/ 0 w 963"/>
                  <a:gd name="T53" fmla="*/ 0 h 637"/>
                  <a:gd name="T54" fmla="*/ 0 w 963"/>
                  <a:gd name="T55" fmla="*/ 0 h 637"/>
                  <a:gd name="T56" fmla="*/ 0 w 963"/>
                  <a:gd name="T57" fmla="*/ 0 h 637"/>
                  <a:gd name="T58" fmla="*/ 0 w 963"/>
                  <a:gd name="T59" fmla="*/ 0 h 637"/>
                  <a:gd name="T60" fmla="*/ 0 w 963"/>
                  <a:gd name="T61" fmla="*/ 0 h 637"/>
                  <a:gd name="T62" fmla="*/ 0 w 963"/>
                  <a:gd name="T63" fmla="*/ 0 h 637"/>
                  <a:gd name="T64" fmla="*/ 0 w 963"/>
                  <a:gd name="T65" fmla="*/ 0 h 637"/>
                  <a:gd name="T66" fmla="*/ 0 w 963"/>
                  <a:gd name="T67" fmla="*/ 0 h 637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963"/>
                  <a:gd name="T103" fmla="*/ 0 h 637"/>
                  <a:gd name="T104" fmla="*/ 963 w 963"/>
                  <a:gd name="T105" fmla="*/ 637 h 637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963" h="637">
                    <a:moveTo>
                      <a:pt x="963" y="464"/>
                    </a:moveTo>
                    <a:lnTo>
                      <a:pt x="834" y="401"/>
                    </a:lnTo>
                    <a:lnTo>
                      <a:pt x="877" y="464"/>
                    </a:lnTo>
                    <a:lnTo>
                      <a:pt x="784" y="507"/>
                    </a:lnTo>
                    <a:lnTo>
                      <a:pt x="694" y="596"/>
                    </a:lnTo>
                    <a:lnTo>
                      <a:pt x="663" y="568"/>
                    </a:lnTo>
                    <a:lnTo>
                      <a:pt x="466" y="637"/>
                    </a:lnTo>
                    <a:lnTo>
                      <a:pt x="706" y="507"/>
                    </a:lnTo>
                    <a:lnTo>
                      <a:pt x="614" y="464"/>
                    </a:lnTo>
                    <a:lnTo>
                      <a:pt x="784" y="429"/>
                    </a:lnTo>
                    <a:lnTo>
                      <a:pt x="631" y="296"/>
                    </a:lnTo>
                    <a:lnTo>
                      <a:pt x="421" y="366"/>
                    </a:lnTo>
                    <a:lnTo>
                      <a:pt x="515" y="415"/>
                    </a:lnTo>
                    <a:lnTo>
                      <a:pt x="521" y="493"/>
                    </a:lnTo>
                    <a:lnTo>
                      <a:pt x="320" y="529"/>
                    </a:lnTo>
                    <a:lnTo>
                      <a:pt x="396" y="568"/>
                    </a:lnTo>
                    <a:lnTo>
                      <a:pt x="185" y="582"/>
                    </a:lnTo>
                    <a:lnTo>
                      <a:pt x="103" y="479"/>
                    </a:lnTo>
                    <a:lnTo>
                      <a:pt x="173" y="464"/>
                    </a:lnTo>
                    <a:lnTo>
                      <a:pt x="103" y="347"/>
                    </a:lnTo>
                    <a:lnTo>
                      <a:pt x="263" y="452"/>
                    </a:lnTo>
                    <a:lnTo>
                      <a:pt x="433" y="464"/>
                    </a:lnTo>
                    <a:lnTo>
                      <a:pt x="273" y="347"/>
                    </a:lnTo>
                    <a:lnTo>
                      <a:pt x="443" y="296"/>
                    </a:lnTo>
                    <a:lnTo>
                      <a:pt x="355" y="259"/>
                    </a:lnTo>
                    <a:lnTo>
                      <a:pt x="515" y="222"/>
                    </a:lnTo>
                    <a:lnTo>
                      <a:pt x="294" y="143"/>
                    </a:lnTo>
                    <a:lnTo>
                      <a:pt x="226" y="56"/>
                    </a:lnTo>
                    <a:lnTo>
                      <a:pt x="0" y="0"/>
                    </a:lnTo>
                    <a:lnTo>
                      <a:pt x="240" y="30"/>
                    </a:lnTo>
                    <a:lnTo>
                      <a:pt x="480" y="108"/>
                    </a:lnTo>
                    <a:lnTo>
                      <a:pt x="651" y="259"/>
                    </a:lnTo>
                    <a:lnTo>
                      <a:pt x="801" y="366"/>
                    </a:lnTo>
                    <a:lnTo>
                      <a:pt x="963" y="46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0" name="Freeform 17"/>
              <p:cNvSpPr>
                <a:spLocks/>
              </p:cNvSpPr>
              <p:nvPr/>
            </p:nvSpPr>
            <p:spPr bwMode="auto">
              <a:xfrm>
                <a:off x="1198" y="2492"/>
                <a:ext cx="29" cy="38"/>
              </a:xfrm>
              <a:custGeom>
                <a:avLst/>
                <a:gdLst>
                  <a:gd name="T0" fmla="*/ 0 w 522"/>
                  <a:gd name="T1" fmla="*/ 0 h 685"/>
                  <a:gd name="T2" fmla="*/ 0 w 522"/>
                  <a:gd name="T3" fmla="*/ 0 h 685"/>
                  <a:gd name="T4" fmla="*/ 0 w 522"/>
                  <a:gd name="T5" fmla="*/ 0 h 685"/>
                  <a:gd name="T6" fmla="*/ 0 w 522"/>
                  <a:gd name="T7" fmla="*/ 0 h 685"/>
                  <a:gd name="T8" fmla="*/ 0 w 522"/>
                  <a:gd name="T9" fmla="*/ 0 h 685"/>
                  <a:gd name="T10" fmla="*/ 0 w 522"/>
                  <a:gd name="T11" fmla="*/ 0 h 685"/>
                  <a:gd name="T12" fmla="*/ 0 w 522"/>
                  <a:gd name="T13" fmla="*/ 0 h 685"/>
                  <a:gd name="T14" fmla="*/ 0 w 522"/>
                  <a:gd name="T15" fmla="*/ 0 h 685"/>
                  <a:gd name="T16" fmla="*/ 0 w 522"/>
                  <a:gd name="T17" fmla="*/ 0 h 685"/>
                  <a:gd name="T18" fmla="*/ 0 w 522"/>
                  <a:gd name="T19" fmla="*/ 0 h 685"/>
                  <a:gd name="T20" fmla="*/ 0 w 522"/>
                  <a:gd name="T21" fmla="*/ 0 h 685"/>
                  <a:gd name="T22" fmla="*/ 0 w 522"/>
                  <a:gd name="T23" fmla="*/ 0 h 685"/>
                  <a:gd name="T24" fmla="*/ 0 w 522"/>
                  <a:gd name="T25" fmla="*/ 0 h 685"/>
                  <a:gd name="T26" fmla="*/ 0 w 522"/>
                  <a:gd name="T27" fmla="*/ 0 h 685"/>
                  <a:gd name="T28" fmla="*/ 0 w 522"/>
                  <a:gd name="T29" fmla="*/ 0 h 685"/>
                  <a:gd name="T30" fmla="*/ 0 w 522"/>
                  <a:gd name="T31" fmla="*/ 0 h 68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22"/>
                  <a:gd name="T49" fmla="*/ 0 h 685"/>
                  <a:gd name="T50" fmla="*/ 522 w 522"/>
                  <a:gd name="T51" fmla="*/ 685 h 68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22" h="685">
                    <a:moveTo>
                      <a:pt x="370" y="0"/>
                    </a:moveTo>
                    <a:lnTo>
                      <a:pt x="313" y="231"/>
                    </a:lnTo>
                    <a:lnTo>
                      <a:pt x="262" y="155"/>
                    </a:lnTo>
                    <a:lnTo>
                      <a:pt x="198" y="324"/>
                    </a:lnTo>
                    <a:lnTo>
                      <a:pt x="0" y="531"/>
                    </a:lnTo>
                    <a:lnTo>
                      <a:pt x="299" y="324"/>
                    </a:lnTo>
                    <a:lnTo>
                      <a:pt x="340" y="399"/>
                    </a:lnTo>
                    <a:lnTo>
                      <a:pt x="340" y="685"/>
                    </a:lnTo>
                    <a:lnTo>
                      <a:pt x="501" y="480"/>
                    </a:lnTo>
                    <a:lnTo>
                      <a:pt x="522" y="182"/>
                    </a:lnTo>
                    <a:lnTo>
                      <a:pt x="473" y="464"/>
                    </a:lnTo>
                    <a:lnTo>
                      <a:pt x="381" y="544"/>
                    </a:lnTo>
                    <a:lnTo>
                      <a:pt x="381" y="336"/>
                    </a:lnTo>
                    <a:lnTo>
                      <a:pt x="348" y="297"/>
                    </a:lnTo>
                    <a:lnTo>
                      <a:pt x="401" y="9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1" name="Freeform 18"/>
              <p:cNvSpPr>
                <a:spLocks/>
              </p:cNvSpPr>
              <p:nvPr/>
            </p:nvSpPr>
            <p:spPr bwMode="auto">
              <a:xfrm>
                <a:off x="1200" y="2528"/>
                <a:ext cx="10" cy="14"/>
              </a:xfrm>
              <a:custGeom>
                <a:avLst/>
                <a:gdLst>
                  <a:gd name="T0" fmla="*/ 0 w 192"/>
                  <a:gd name="T1" fmla="*/ 0 h 254"/>
                  <a:gd name="T2" fmla="*/ 0 w 192"/>
                  <a:gd name="T3" fmla="*/ 0 h 254"/>
                  <a:gd name="T4" fmla="*/ 0 w 192"/>
                  <a:gd name="T5" fmla="*/ 0 h 254"/>
                  <a:gd name="T6" fmla="*/ 0 w 192"/>
                  <a:gd name="T7" fmla="*/ 0 h 254"/>
                  <a:gd name="T8" fmla="*/ 0 w 192"/>
                  <a:gd name="T9" fmla="*/ 0 h 254"/>
                  <a:gd name="T10" fmla="*/ 0 w 192"/>
                  <a:gd name="T11" fmla="*/ 0 h 254"/>
                  <a:gd name="T12" fmla="*/ 0 w 192"/>
                  <a:gd name="T13" fmla="*/ 0 h 254"/>
                  <a:gd name="T14" fmla="*/ 0 w 192"/>
                  <a:gd name="T15" fmla="*/ 0 h 2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92"/>
                  <a:gd name="T25" fmla="*/ 0 h 254"/>
                  <a:gd name="T26" fmla="*/ 192 w 192"/>
                  <a:gd name="T27" fmla="*/ 254 h 25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92" h="254">
                    <a:moveTo>
                      <a:pt x="130" y="0"/>
                    </a:moveTo>
                    <a:lnTo>
                      <a:pt x="21" y="148"/>
                    </a:lnTo>
                    <a:lnTo>
                      <a:pt x="0" y="254"/>
                    </a:lnTo>
                    <a:lnTo>
                      <a:pt x="130" y="179"/>
                    </a:lnTo>
                    <a:lnTo>
                      <a:pt x="169" y="242"/>
                    </a:lnTo>
                    <a:lnTo>
                      <a:pt x="192" y="101"/>
                    </a:lnTo>
                    <a:lnTo>
                      <a:pt x="130" y="138"/>
                    </a:lnTo>
                    <a:lnTo>
                      <a:pt x="13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2" name="Freeform 19"/>
              <p:cNvSpPr>
                <a:spLocks/>
              </p:cNvSpPr>
              <p:nvPr/>
            </p:nvSpPr>
            <p:spPr bwMode="auto">
              <a:xfrm>
                <a:off x="1216" y="2513"/>
                <a:ext cx="31" cy="30"/>
              </a:xfrm>
              <a:custGeom>
                <a:avLst/>
                <a:gdLst>
                  <a:gd name="T0" fmla="*/ 0 w 552"/>
                  <a:gd name="T1" fmla="*/ 0 h 536"/>
                  <a:gd name="T2" fmla="*/ 0 w 552"/>
                  <a:gd name="T3" fmla="*/ 0 h 536"/>
                  <a:gd name="T4" fmla="*/ 0 w 552"/>
                  <a:gd name="T5" fmla="*/ 0 h 536"/>
                  <a:gd name="T6" fmla="*/ 0 w 552"/>
                  <a:gd name="T7" fmla="*/ 0 h 536"/>
                  <a:gd name="T8" fmla="*/ 0 w 552"/>
                  <a:gd name="T9" fmla="*/ 0 h 536"/>
                  <a:gd name="T10" fmla="*/ 0 w 552"/>
                  <a:gd name="T11" fmla="*/ 0 h 536"/>
                  <a:gd name="T12" fmla="*/ 0 w 552"/>
                  <a:gd name="T13" fmla="*/ 0 h 536"/>
                  <a:gd name="T14" fmla="*/ 0 w 552"/>
                  <a:gd name="T15" fmla="*/ 0 h 536"/>
                  <a:gd name="T16" fmla="*/ 0 w 552"/>
                  <a:gd name="T17" fmla="*/ 0 h 536"/>
                  <a:gd name="T18" fmla="*/ 0 w 552"/>
                  <a:gd name="T19" fmla="*/ 0 h 536"/>
                  <a:gd name="T20" fmla="*/ 0 w 552"/>
                  <a:gd name="T21" fmla="*/ 0 h 536"/>
                  <a:gd name="T22" fmla="*/ 0 w 552"/>
                  <a:gd name="T23" fmla="*/ 0 h 536"/>
                  <a:gd name="T24" fmla="*/ 0 w 552"/>
                  <a:gd name="T25" fmla="*/ 0 h 536"/>
                  <a:gd name="T26" fmla="*/ 0 w 552"/>
                  <a:gd name="T27" fmla="*/ 0 h 536"/>
                  <a:gd name="T28" fmla="*/ 0 w 552"/>
                  <a:gd name="T29" fmla="*/ 0 h 536"/>
                  <a:gd name="T30" fmla="*/ 0 w 552"/>
                  <a:gd name="T31" fmla="*/ 0 h 536"/>
                  <a:gd name="T32" fmla="*/ 0 w 552"/>
                  <a:gd name="T33" fmla="*/ 0 h 536"/>
                  <a:gd name="T34" fmla="*/ 0 w 552"/>
                  <a:gd name="T35" fmla="*/ 0 h 536"/>
                  <a:gd name="T36" fmla="*/ 0 w 552"/>
                  <a:gd name="T37" fmla="*/ 0 h 536"/>
                  <a:gd name="T38" fmla="*/ 0 w 552"/>
                  <a:gd name="T39" fmla="*/ 0 h 536"/>
                  <a:gd name="T40" fmla="*/ 0 w 552"/>
                  <a:gd name="T41" fmla="*/ 0 h 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52"/>
                  <a:gd name="T64" fmla="*/ 0 h 536"/>
                  <a:gd name="T65" fmla="*/ 552 w 552"/>
                  <a:gd name="T66" fmla="*/ 536 h 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52" h="536">
                    <a:moveTo>
                      <a:pt x="0" y="525"/>
                    </a:moveTo>
                    <a:lnTo>
                      <a:pt x="0" y="419"/>
                    </a:lnTo>
                    <a:lnTo>
                      <a:pt x="84" y="372"/>
                    </a:lnTo>
                    <a:lnTo>
                      <a:pt x="84" y="437"/>
                    </a:lnTo>
                    <a:lnTo>
                      <a:pt x="170" y="343"/>
                    </a:lnTo>
                    <a:lnTo>
                      <a:pt x="253" y="179"/>
                    </a:lnTo>
                    <a:lnTo>
                      <a:pt x="211" y="419"/>
                    </a:lnTo>
                    <a:lnTo>
                      <a:pt x="294" y="343"/>
                    </a:lnTo>
                    <a:lnTo>
                      <a:pt x="304" y="409"/>
                    </a:lnTo>
                    <a:lnTo>
                      <a:pt x="351" y="372"/>
                    </a:lnTo>
                    <a:lnTo>
                      <a:pt x="382" y="409"/>
                    </a:lnTo>
                    <a:lnTo>
                      <a:pt x="474" y="308"/>
                    </a:lnTo>
                    <a:lnTo>
                      <a:pt x="517" y="167"/>
                    </a:lnTo>
                    <a:lnTo>
                      <a:pt x="517" y="0"/>
                    </a:lnTo>
                    <a:lnTo>
                      <a:pt x="552" y="154"/>
                    </a:lnTo>
                    <a:lnTo>
                      <a:pt x="517" y="396"/>
                    </a:lnTo>
                    <a:lnTo>
                      <a:pt x="351" y="525"/>
                    </a:lnTo>
                    <a:lnTo>
                      <a:pt x="229" y="536"/>
                    </a:lnTo>
                    <a:lnTo>
                      <a:pt x="253" y="460"/>
                    </a:lnTo>
                    <a:lnTo>
                      <a:pt x="133" y="525"/>
                    </a:lnTo>
                    <a:lnTo>
                      <a:pt x="0" y="5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3" name="Freeform 20"/>
              <p:cNvSpPr>
                <a:spLocks/>
              </p:cNvSpPr>
              <p:nvPr/>
            </p:nvSpPr>
            <p:spPr bwMode="auto">
              <a:xfrm>
                <a:off x="1210" y="2552"/>
                <a:ext cx="6" cy="5"/>
              </a:xfrm>
              <a:custGeom>
                <a:avLst/>
                <a:gdLst>
                  <a:gd name="T0" fmla="*/ 0 w 98"/>
                  <a:gd name="T1" fmla="*/ 0 h 90"/>
                  <a:gd name="T2" fmla="*/ 0 w 98"/>
                  <a:gd name="T3" fmla="*/ 0 h 90"/>
                  <a:gd name="T4" fmla="*/ 0 w 98"/>
                  <a:gd name="T5" fmla="*/ 0 h 90"/>
                  <a:gd name="T6" fmla="*/ 0 w 98"/>
                  <a:gd name="T7" fmla="*/ 0 h 90"/>
                  <a:gd name="T8" fmla="*/ 0 w 98"/>
                  <a:gd name="T9" fmla="*/ 0 h 90"/>
                  <a:gd name="T10" fmla="*/ 0 w 98"/>
                  <a:gd name="T11" fmla="*/ 0 h 9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8"/>
                  <a:gd name="T19" fmla="*/ 0 h 90"/>
                  <a:gd name="T20" fmla="*/ 98 w 98"/>
                  <a:gd name="T21" fmla="*/ 90 h 9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8" h="90">
                    <a:moveTo>
                      <a:pt x="0" y="0"/>
                    </a:moveTo>
                    <a:lnTo>
                      <a:pt x="0" y="90"/>
                    </a:lnTo>
                    <a:lnTo>
                      <a:pt x="39" y="90"/>
                    </a:lnTo>
                    <a:lnTo>
                      <a:pt x="98" y="16"/>
                    </a:lnTo>
                    <a:lnTo>
                      <a:pt x="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4" name="Freeform 21"/>
              <p:cNvSpPr>
                <a:spLocks/>
              </p:cNvSpPr>
              <p:nvPr/>
            </p:nvSpPr>
            <p:spPr bwMode="auto">
              <a:xfrm>
                <a:off x="1201" y="2557"/>
                <a:ext cx="9" cy="11"/>
              </a:xfrm>
              <a:custGeom>
                <a:avLst/>
                <a:gdLst>
                  <a:gd name="T0" fmla="*/ 0 w 159"/>
                  <a:gd name="T1" fmla="*/ 0 h 194"/>
                  <a:gd name="T2" fmla="*/ 0 w 159"/>
                  <a:gd name="T3" fmla="*/ 0 h 194"/>
                  <a:gd name="T4" fmla="*/ 0 w 159"/>
                  <a:gd name="T5" fmla="*/ 0 h 194"/>
                  <a:gd name="T6" fmla="*/ 0 w 159"/>
                  <a:gd name="T7" fmla="*/ 0 h 194"/>
                  <a:gd name="T8" fmla="*/ 0 w 159"/>
                  <a:gd name="T9" fmla="*/ 0 h 194"/>
                  <a:gd name="T10" fmla="*/ 0 w 159"/>
                  <a:gd name="T11" fmla="*/ 0 h 19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9"/>
                  <a:gd name="T19" fmla="*/ 0 h 194"/>
                  <a:gd name="T20" fmla="*/ 159 w 159"/>
                  <a:gd name="T21" fmla="*/ 194 h 19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9" h="194">
                    <a:moveTo>
                      <a:pt x="159" y="0"/>
                    </a:moveTo>
                    <a:lnTo>
                      <a:pt x="159" y="69"/>
                    </a:lnTo>
                    <a:lnTo>
                      <a:pt x="116" y="69"/>
                    </a:lnTo>
                    <a:lnTo>
                      <a:pt x="0" y="194"/>
                    </a:lnTo>
                    <a:lnTo>
                      <a:pt x="0" y="0"/>
                    </a:lnTo>
                    <a:lnTo>
                      <a:pt x="1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5" name="Freeform 22"/>
              <p:cNvSpPr>
                <a:spLocks/>
              </p:cNvSpPr>
              <p:nvPr/>
            </p:nvSpPr>
            <p:spPr bwMode="auto">
              <a:xfrm>
                <a:off x="1195" y="2567"/>
                <a:ext cx="8" cy="8"/>
              </a:xfrm>
              <a:custGeom>
                <a:avLst/>
                <a:gdLst>
                  <a:gd name="T0" fmla="*/ 0 w 143"/>
                  <a:gd name="T1" fmla="*/ 0 h 142"/>
                  <a:gd name="T2" fmla="*/ 0 w 143"/>
                  <a:gd name="T3" fmla="*/ 0 h 142"/>
                  <a:gd name="T4" fmla="*/ 0 w 143"/>
                  <a:gd name="T5" fmla="*/ 0 h 142"/>
                  <a:gd name="T6" fmla="*/ 0 w 143"/>
                  <a:gd name="T7" fmla="*/ 0 h 142"/>
                  <a:gd name="T8" fmla="*/ 0 w 143"/>
                  <a:gd name="T9" fmla="*/ 0 h 1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3"/>
                  <a:gd name="T16" fmla="*/ 0 h 142"/>
                  <a:gd name="T17" fmla="*/ 143 w 143"/>
                  <a:gd name="T18" fmla="*/ 142 h 1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3" h="142">
                    <a:moveTo>
                      <a:pt x="113" y="0"/>
                    </a:moveTo>
                    <a:lnTo>
                      <a:pt x="0" y="142"/>
                    </a:lnTo>
                    <a:lnTo>
                      <a:pt x="113" y="142"/>
                    </a:lnTo>
                    <a:lnTo>
                      <a:pt x="143" y="51"/>
                    </a:lnTo>
                    <a:lnTo>
                      <a:pt x="11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6" name="Freeform 23"/>
              <p:cNvSpPr>
                <a:spLocks/>
              </p:cNvSpPr>
              <p:nvPr/>
            </p:nvSpPr>
            <p:spPr bwMode="auto">
              <a:xfrm>
                <a:off x="1191" y="2583"/>
                <a:ext cx="24" cy="14"/>
              </a:xfrm>
              <a:custGeom>
                <a:avLst/>
                <a:gdLst>
                  <a:gd name="T0" fmla="*/ 0 w 433"/>
                  <a:gd name="T1" fmla="*/ 0 h 244"/>
                  <a:gd name="T2" fmla="*/ 0 w 433"/>
                  <a:gd name="T3" fmla="*/ 0 h 244"/>
                  <a:gd name="T4" fmla="*/ 0 w 433"/>
                  <a:gd name="T5" fmla="*/ 0 h 244"/>
                  <a:gd name="T6" fmla="*/ 0 w 433"/>
                  <a:gd name="T7" fmla="*/ 0 h 244"/>
                  <a:gd name="T8" fmla="*/ 0 w 433"/>
                  <a:gd name="T9" fmla="*/ 0 h 244"/>
                  <a:gd name="T10" fmla="*/ 0 w 433"/>
                  <a:gd name="T11" fmla="*/ 0 h 244"/>
                  <a:gd name="T12" fmla="*/ 0 w 433"/>
                  <a:gd name="T13" fmla="*/ 0 h 244"/>
                  <a:gd name="T14" fmla="*/ 0 w 433"/>
                  <a:gd name="T15" fmla="*/ 0 h 244"/>
                  <a:gd name="T16" fmla="*/ 0 w 433"/>
                  <a:gd name="T17" fmla="*/ 0 h 24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33"/>
                  <a:gd name="T28" fmla="*/ 0 h 244"/>
                  <a:gd name="T29" fmla="*/ 433 w 433"/>
                  <a:gd name="T30" fmla="*/ 244 h 24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33" h="244">
                    <a:moveTo>
                      <a:pt x="212" y="0"/>
                    </a:moveTo>
                    <a:lnTo>
                      <a:pt x="120" y="166"/>
                    </a:lnTo>
                    <a:lnTo>
                      <a:pt x="0" y="229"/>
                    </a:lnTo>
                    <a:lnTo>
                      <a:pt x="40" y="244"/>
                    </a:lnTo>
                    <a:lnTo>
                      <a:pt x="161" y="180"/>
                    </a:lnTo>
                    <a:lnTo>
                      <a:pt x="220" y="51"/>
                    </a:lnTo>
                    <a:lnTo>
                      <a:pt x="419" y="14"/>
                    </a:lnTo>
                    <a:lnTo>
                      <a:pt x="433" y="0"/>
                    </a:lnTo>
                    <a:lnTo>
                      <a:pt x="21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7" name="Freeform 24"/>
              <p:cNvSpPr>
                <a:spLocks/>
              </p:cNvSpPr>
              <p:nvPr/>
            </p:nvSpPr>
            <p:spPr bwMode="auto">
              <a:xfrm>
                <a:off x="1141" y="2568"/>
                <a:ext cx="45" cy="49"/>
              </a:xfrm>
              <a:custGeom>
                <a:avLst/>
                <a:gdLst>
                  <a:gd name="T0" fmla="*/ 0 w 801"/>
                  <a:gd name="T1" fmla="*/ 0 h 888"/>
                  <a:gd name="T2" fmla="*/ 0 w 801"/>
                  <a:gd name="T3" fmla="*/ 0 h 888"/>
                  <a:gd name="T4" fmla="*/ 0 w 801"/>
                  <a:gd name="T5" fmla="*/ 0 h 888"/>
                  <a:gd name="T6" fmla="*/ 0 w 801"/>
                  <a:gd name="T7" fmla="*/ 0 h 888"/>
                  <a:gd name="T8" fmla="*/ 0 w 801"/>
                  <a:gd name="T9" fmla="*/ 0 h 888"/>
                  <a:gd name="T10" fmla="*/ 0 w 801"/>
                  <a:gd name="T11" fmla="*/ 0 h 888"/>
                  <a:gd name="T12" fmla="*/ 0 w 801"/>
                  <a:gd name="T13" fmla="*/ 0 h 888"/>
                  <a:gd name="T14" fmla="*/ 0 w 801"/>
                  <a:gd name="T15" fmla="*/ 0 h 888"/>
                  <a:gd name="T16" fmla="*/ 0 w 801"/>
                  <a:gd name="T17" fmla="*/ 0 h 888"/>
                  <a:gd name="T18" fmla="*/ 0 w 801"/>
                  <a:gd name="T19" fmla="*/ 0 h 888"/>
                  <a:gd name="T20" fmla="*/ 0 w 801"/>
                  <a:gd name="T21" fmla="*/ 0 h 888"/>
                  <a:gd name="T22" fmla="*/ 0 w 801"/>
                  <a:gd name="T23" fmla="*/ 0 h 888"/>
                  <a:gd name="T24" fmla="*/ 0 w 801"/>
                  <a:gd name="T25" fmla="*/ 0 h 888"/>
                  <a:gd name="T26" fmla="*/ 0 w 801"/>
                  <a:gd name="T27" fmla="*/ 0 h 888"/>
                  <a:gd name="T28" fmla="*/ 0 w 801"/>
                  <a:gd name="T29" fmla="*/ 0 h 888"/>
                  <a:gd name="T30" fmla="*/ 0 w 801"/>
                  <a:gd name="T31" fmla="*/ 0 h 888"/>
                  <a:gd name="T32" fmla="*/ 0 w 801"/>
                  <a:gd name="T33" fmla="*/ 0 h 88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801"/>
                  <a:gd name="T52" fmla="*/ 0 h 888"/>
                  <a:gd name="T53" fmla="*/ 801 w 801"/>
                  <a:gd name="T54" fmla="*/ 888 h 88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801" h="888">
                    <a:moveTo>
                      <a:pt x="801" y="824"/>
                    </a:moveTo>
                    <a:lnTo>
                      <a:pt x="705" y="863"/>
                    </a:lnTo>
                    <a:lnTo>
                      <a:pt x="627" y="863"/>
                    </a:lnTo>
                    <a:lnTo>
                      <a:pt x="263" y="516"/>
                    </a:lnTo>
                    <a:lnTo>
                      <a:pt x="92" y="0"/>
                    </a:lnTo>
                    <a:lnTo>
                      <a:pt x="53" y="39"/>
                    </a:lnTo>
                    <a:lnTo>
                      <a:pt x="130" y="299"/>
                    </a:lnTo>
                    <a:lnTo>
                      <a:pt x="92" y="337"/>
                    </a:lnTo>
                    <a:lnTo>
                      <a:pt x="0" y="272"/>
                    </a:lnTo>
                    <a:lnTo>
                      <a:pt x="101" y="493"/>
                    </a:lnTo>
                    <a:lnTo>
                      <a:pt x="101" y="617"/>
                    </a:lnTo>
                    <a:lnTo>
                      <a:pt x="53" y="888"/>
                    </a:lnTo>
                    <a:lnTo>
                      <a:pt x="181" y="646"/>
                    </a:lnTo>
                    <a:lnTo>
                      <a:pt x="253" y="646"/>
                    </a:lnTo>
                    <a:lnTo>
                      <a:pt x="603" y="888"/>
                    </a:lnTo>
                    <a:lnTo>
                      <a:pt x="693" y="888"/>
                    </a:lnTo>
                    <a:lnTo>
                      <a:pt x="801" y="82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8" name="Freeform 25"/>
              <p:cNvSpPr>
                <a:spLocks/>
              </p:cNvSpPr>
              <p:nvPr/>
            </p:nvSpPr>
            <p:spPr bwMode="auto">
              <a:xfrm>
                <a:off x="1187" y="2602"/>
                <a:ext cx="2" cy="7"/>
              </a:xfrm>
              <a:custGeom>
                <a:avLst/>
                <a:gdLst>
                  <a:gd name="T0" fmla="*/ 0 w 21"/>
                  <a:gd name="T1" fmla="*/ 0 h 131"/>
                  <a:gd name="T2" fmla="*/ 0 w 21"/>
                  <a:gd name="T3" fmla="*/ 0 h 131"/>
                  <a:gd name="T4" fmla="*/ 0 w 21"/>
                  <a:gd name="T5" fmla="*/ 0 h 131"/>
                  <a:gd name="T6" fmla="*/ 0 w 21"/>
                  <a:gd name="T7" fmla="*/ 0 h 131"/>
                  <a:gd name="T8" fmla="*/ 0 w 21"/>
                  <a:gd name="T9" fmla="*/ 0 h 1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131"/>
                  <a:gd name="T17" fmla="*/ 21 w 21"/>
                  <a:gd name="T18" fmla="*/ 131 h 1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131">
                    <a:moveTo>
                      <a:pt x="0" y="0"/>
                    </a:moveTo>
                    <a:lnTo>
                      <a:pt x="0" y="131"/>
                    </a:lnTo>
                    <a:lnTo>
                      <a:pt x="21" y="107"/>
                    </a:lnTo>
                    <a:lnTo>
                      <a:pt x="21" y="3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9" name="Freeform 26"/>
              <p:cNvSpPr>
                <a:spLocks/>
              </p:cNvSpPr>
              <p:nvPr/>
            </p:nvSpPr>
            <p:spPr bwMode="auto">
              <a:xfrm>
                <a:off x="1171" y="2493"/>
                <a:ext cx="24" cy="21"/>
              </a:xfrm>
              <a:custGeom>
                <a:avLst/>
                <a:gdLst>
                  <a:gd name="T0" fmla="*/ 0 w 423"/>
                  <a:gd name="T1" fmla="*/ 0 h 385"/>
                  <a:gd name="T2" fmla="*/ 0 w 423"/>
                  <a:gd name="T3" fmla="*/ 0 h 385"/>
                  <a:gd name="T4" fmla="*/ 0 w 423"/>
                  <a:gd name="T5" fmla="*/ 0 h 385"/>
                  <a:gd name="T6" fmla="*/ 0 w 423"/>
                  <a:gd name="T7" fmla="*/ 0 h 385"/>
                  <a:gd name="T8" fmla="*/ 0 w 423"/>
                  <a:gd name="T9" fmla="*/ 0 h 385"/>
                  <a:gd name="T10" fmla="*/ 0 w 423"/>
                  <a:gd name="T11" fmla="*/ 0 h 385"/>
                  <a:gd name="T12" fmla="*/ 0 w 423"/>
                  <a:gd name="T13" fmla="*/ 0 h 385"/>
                  <a:gd name="T14" fmla="*/ 0 w 423"/>
                  <a:gd name="T15" fmla="*/ 0 h 385"/>
                  <a:gd name="T16" fmla="*/ 0 w 423"/>
                  <a:gd name="T17" fmla="*/ 0 h 385"/>
                  <a:gd name="T18" fmla="*/ 0 w 423"/>
                  <a:gd name="T19" fmla="*/ 0 h 385"/>
                  <a:gd name="T20" fmla="*/ 0 w 423"/>
                  <a:gd name="T21" fmla="*/ 0 h 38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23"/>
                  <a:gd name="T34" fmla="*/ 0 h 385"/>
                  <a:gd name="T35" fmla="*/ 423 w 423"/>
                  <a:gd name="T36" fmla="*/ 385 h 38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23" h="385">
                    <a:moveTo>
                      <a:pt x="423" y="195"/>
                    </a:moveTo>
                    <a:lnTo>
                      <a:pt x="284" y="168"/>
                    </a:lnTo>
                    <a:lnTo>
                      <a:pt x="194" y="64"/>
                    </a:lnTo>
                    <a:lnTo>
                      <a:pt x="63" y="0"/>
                    </a:lnTo>
                    <a:lnTo>
                      <a:pt x="153" y="141"/>
                    </a:lnTo>
                    <a:lnTo>
                      <a:pt x="0" y="64"/>
                    </a:lnTo>
                    <a:lnTo>
                      <a:pt x="106" y="244"/>
                    </a:lnTo>
                    <a:lnTo>
                      <a:pt x="315" y="385"/>
                    </a:lnTo>
                    <a:lnTo>
                      <a:pt x="194" y="258"/>
                    </a:lnTo>
                    <a:lnTo>
                      <a:pt x="323" y="244"/>
                    </a:lnTo>
                    <a:lnTo>
                      <a:pt x="423" y="19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0" name="Freeform 27"/>
              <p:cNvSpPr>
                <a:spLocks/>
              </p:cNvSpPr>
              <p:nvPr/>
            </p:nvSpPr>
            <p:spPr bwMode="auto">
              <a:xfrm>
                <a:off x="1157" y="2494"/>
                <a:ext cx="28" cy="22"/>
              </a:xfrm>
              <a:custGeom>
                <a:avLst/>
                <a:gdLst>
                  <a:gd name="T0" fmla="*/ 0 w 505"/>
                  <a:gd name="T1" fmla="*/ 0 h 401"/>
                  <a:gd name="T2" fmla="*/ 0 w 505"/>
                  <a:gd name="T3" fmla="*/ 0 h 401"/>
                  <a:gd name="T4" fmla="*/ 0 w 505"/>
                  <a:gd name="T5" fmla="*/ 0 h 401"/>
                  <a:gd name="T6" fmla="*/ 0 w 505"/>
                  <a:gd name="T7" fmla="*/ 0 h 401"/>
                  <a:gd name="T8" fmla="*/ 0 w 505"/>
                  <a:gd name="T9" fmla="*/ 0 h 401"/>
                  <a:gd name="T10" fmla="*/ 0 w 505"/>
                  <a:gd name="T11" fmla="*/ 0 h 401"/>
                  <a:gd name="T12" fmla="*/ 0 w 505"/>
                  <a:gd name="T13" fmla="*/ 0 h 401"/>
                  <a:gd name="T14" fmla="*/ 0 w 505"/>
                  <a:gd name="T15" fmla="*/ 0 h 401"/>
                  <a:gd name="T16" fmla="*/ 0 w 505"/>
                  <a:gd name="T17" fmla="*/ 0 h 401"/>
                  <a:gd name="T18" fmla="*/ 0 w 505"/>
                  <a:gd name="T19" fmla="*/ 0 h 40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505"/>
                  <a:gd name="T31" fmla="*/ 0 h 401"/>
                  <a:gd name="T32" fmla="*/ 505 w 505"/>
                  <a:gd name="T33" fmla="*/ 401 h 40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505" h="401">
                    <a:moveTo>
                      <a:pt x="505" y="401"/>
                    </a:moveTo>
                    <a:lnTo>
                      <a:pt x="411" y="401"/>
                    </a:lnTo>
                    <a:lnTo>
                      <a:pt x="180" y="346"/>
                    </a:lnTo>
                    <a:lnTo>
                      <a:pt x="0" y="192"/>
                    </a:lnTo>
                    <a:lnTo>
                      <a:pt x="219" y="219"/>
                    </a:lnTo>
                    <a:lnTo>
                      <a:pt x="151" y="75"/>
                    </a:lnTo>
                    <a:lnTo>
                      <a:pt x="31" y="0"/>
                    </a:lnTo>
                    <a:lnTo>
                      <a:pt x="193" y="90"/>
                    </a:lnTo>
                    <a:lnTo>
                      <a:pt x="345" y="323"/>
                    </a:lnTo>
                    <a:lnTo>
                      <a:pt x="505" y="4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1" name="Freeform 28"/>
              <p:cNvSpPr>
                <a:spLocks/>
              </p:cNvSpPr>
              <p:nvPr/>
            </p:nvSpPr>
            <p:spPr bwMode="auto">
              <a:xfrm>
                <a:off x="1130" y="2493"/>
                <a:ext cx="57" cy="49"/>
              </a:xfrm>
              <a:custGeom>
                <a:avLst/>
                <a:gdLst>
                  <a:gd name="T0" fmla="*/ 0 w 1041"/>
                  <a:gd name="T1" fmla="*/ 0 h 874"/>
                  <a:gd name="T2" fmla="*/ 0 w 1041"/>
                  <a:gd name="T3" fmla="*/ 0 h 874"/>
                  <a:gd name="T4" fmla="*/ 0 w 1041"/>
                  <a:gd name="T5" fmla="*/ 0 h 874"/>
                  <a:gd name="T6" fmla="*/ 0 w 1041"/>
                  <a:gd name="T7" fmla="*/ 0 h 874"/>
                  <a:gd name="T8" fmla="*/ 0 w 1041"/>
                  <a:gd name="T9" fmla="*/ 0 h 874"/>
                  <a:gd name="T10" fmla="*/ 0 w 1041"/>
                  <a:gd name="T11" fmla="*/ 0 h 874"/>
                  <a:gd name="T12" fmla="*/ 0 w 1041"/>
                  <a:gd name="T13" fmla="*/ 0 h 874"/>
                  <a:gd name="T14" fmla="*/ 0 w 1041"/>
                  <a:gd name="T15" fmla="*/ 0 h 874"/>
                  <a:gd name="T16" fmla="*/ 0 w 1041"/>
                  <a:gd name="T17" fmla="*/ 0 h 874"/>
                  <a:gd name="T18" fmla="*/ 0 w 1041"/>
                  <a:gd name="T19" fmla="*/ 0 h 874"/>
                  <a:gd name="T20" fmla="*/ 0 w 1041"/>
                  <a:gd name="T21" fmla="*/ 0 h 874"/>
                  <a:gd name="T22" fmla="*/ 0 w 1041"/>
                  <a:gd name="T23" fmla="*/ 0 h 874"/>
                  <a:gd name="T24" fmla="*/ 0 w 1041"/>
                  <a:gd name="T25" fmla="*/ 0 h 874"/>
                  <a:gd name="T26" fmla="*/ 0 w 1041"/>
                  <a:gd name="T27" fmla="*/ 0 h 874"/>
                  <a:gd name="T28" fmla="*/ 0 w 1041"/>
                  <a:gd name="T29" fmla="*/ 0 h 874"/>
                  <a:gd name="T30" fmla="*/ 0 w 1041"/>
                  <a:gd name="T31" fmla="*/ 0 h 874"/>
                  <a:gd name="T32" fmla="*/ 0 w 1041"/>
                  <a:gd name="T33" fmla="*/ 0 h 874"/>
                  <a:gd name="T34" fmla="*/ 0 w 1041"/>
                  <a:gd name="T35" fmla="*/ 0 h 874"/>
                  <a:gd name="T36" fmla="*/ 0 w 1041"/>
                  <a:gd name="T37" fmla="*/ 0 h 874"/>
                  <a:gd name="T38" fmla="*/ 0 w 1041"/>
                  <a:gd name="T39" fmla="*/ 0 h 874"/>
                  <a:gd name="T40" fmla="*/ 0 w 1041"/>
                  <a:gd name="T41" fmla="*/ 0 h 874"/>
                  <a:gd name="T42" fmla="*/ 0 w 1041"/>
                  <a:gd name="T43" fmla="*/ 0 h 874"/>
                  <a:gd name="T44" fmla="*/ 0 w 1041"/>
                  <a:gd name="T45" fmla="*/ 0 h 874"/>
                  <a:gd name="T46" fmla="*/ 0 w 1041"/>
                  <a:gd name="T47" fmla="*/ 0 h 874"/>
                  <a:gd name="T48" fmla="*/ 0 w 1041"/>
                  <a:gd name="T49" fmla="*/ 0 h 874"/>
                  <a:gd name="T50" fmla="*/ 0 w 1041"/>
                  <a:gd name="T51" fmla="*/ 0 h 874"/>
                  <a:gd name="T52" fmla="*/ 0 w 1041"/>
                  <a:gd name="T53" fmla="*/ 0 h 874"/>
                  <a:gd name="T54" fmla="*/ 0 w 1041"/>
                  <a:gd name="T55" fmla="*/ 0 h 874"/>
                  <a:gd name="T56" fmla="*/ 0 w 1041"/>
                  <a:gd name="T57" fmla="*/ 0 h 874"/>
                  <a:gd name="T58" fmla="*/ 0 w 1041"/>
                  <a:gd name="T59" fmla="*/ 0 h 874"/>
                  <a:gd name="T60" fmla="*/ 0 w 1041"/>
                  <a:gd name="T61" fmla="*/ 0 h 874"/>
                  <a:gd name="T62" fmla="*/ 0 w 1041"/>
                  <a:gd name="T63" fmla="*/ 0 h 874"/>
                  <a:gd name="T64" fmla="*/ 0 w 1041"/>
                  <a:gd name="T65" fmla="*/ 0 h 874"/>
                  <a:gd name="T66" fmla="*/ 0 w 1041"/>
                  <a:gd name="T67" fmla="*/ 0 h 874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041"/>
                  <a:gd name="T103" fmla="*/ 0 h 874"/>
                  <a:gd name="T104" fmla="*/ 1041 w 1041"/>
                  <a:gd name="T105" fmla="*/ 874 h 874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041" h="874">
                    <a:moveTo>
                      <a:pt x="969" y="473"/>
                    </a:moveTo>
                    <a:lnTo>
                      <a:pt x="853" y="473"/>
                    </a:lnTo>
                    <a:lnTo>
                      <a:pt x="651" y="426"/>
                    </a:lnTo>
                    <a:lnTo>
                      <a:pt x="470" y="308"/>
                    </a:lnTo>
                    <a:lnTo>
                      <a:pt x="319" y="269"/>
                    </a:lnTo>
                    <a:lnTo>
                      <a:pt x="438" y="388"/>
                    </a:lnTo>
                    <a:lnTo>
                      <a:pt x="419" y="473"/>
                    </a:lnTo>
                    <a:lnTo>
                      <a:pt x="267" y="371"/>
                    </a:lnTo>
                    <a:lnTo>
                      <a:pt x="176" y="0"/>
                    </a:lnTo>
                    <a:lnTo>
                      <a:pt x="129" y="11"/>
                    </a:lnTo>
                    <a:lnTo>
                      <a:pt x="97" y="101"/>
                    </a:lnTo>
                    <a:lnTo>
                      <a:pt x="0" y="230"/>
                    </a:lnTo>
                    <a:lnTo>
                      <a:pt x="0" y="396"/>
                    </a:lnTo>
                    <a:lnTo>
                      <a:pt x="156" y="735"/>
                    </a:lnTo>
                    <a:lnTo>
                      <a:pt x="260" y="643"/>
                    </a:lnTo>
                    <a:lnTo>
                      <a:pt x="407" y="786"/>
                    </a:lnTo>
                    <a:lnTo>
                      <a:pt x="479" y="786"/>
                    </a:lnTo>
                    <a:lnTo>
                      <a:pt x="407" y="643"/>
                    </a:lnTo>
                    <a:lnTo>
                      <a:pt x="579" y="786"/>
                    </a:lnTo>
                    <a:lnTo>
                      <a:pt x="682" y="799"/>
                    </a:lnTo>
                    <a:lnTo>
                      <a:pt x="571" y="874"/>
                    </a:lnTo>
                    <a:lnTo>
                      <a:pt x="861" y="874"/>
                    </a:lnTo>
                    <a:lnTo>
                      <a:pt x="747" y="735"/>
                    </a:lnTo>
                    <a:lnTo>
                      <a:pt x="900" y="786"/>
                    </a:lnTo>
                    <a:lnTo>
                      <a:pt x="1041" y="745"/>
                    </a:lnTo>
                    <a:lnTo>
                      <a:pt x="912" y="745"/>
                    </a:lnTo>
                    <a:lnTo>
                      <a:pt x="798" y="657"/>
                    </a:lnTo>
                    <a:lnTo>
                      <a:pt x="892" y="643"/>
                    </a:lnTo>
                    <a:lnTo>
                      <a:pt x="953" y="604"/>
                    </a:lnTo>
                    <a:lnTo>
                      <a:pt x="861" y="592"/>
                    </a:lnTo>
                    <a:lnTo>
                      <a:pt x="759" y="551"/>
                    </a:lnTo>
                    <a:lnTo>
                      <a:pt x="881" y="551"/>
                    </a:lnTo>
                    <a:lnTo>
                      <a:pt x="822" y="503"/>
                    </a:lnTo>
                    <a:lnTo>
                      <a:pt x="969" y="47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2" name="Freeform 29"/>
              <p:cNvSpPr>
                <a:spLocks/>
              </p:cNvSpPr>
              <p:nvPr/>
            </p:nvSpPr>
            <p:spPr bwMode="auto">
              <a:xfrm>
                <a:off x="1143" y="2537"/>
                <a:ext cx="10" cy="17"/>
              </a:xfrm>
              <a:custGeom>
                <a:avLst/>
                <a:gdLst>
                  <a:gd name="T0" fmla="*/ 0 w 179"/>
                  <a:gd name="T1" fmla="*/ 0 h 307"/>
                  <a:gd name="T2" fmla="*/ 0 w 179"/>
                  <a:gd name="T3" fmla="*/ 0 h 307"/>
                  <a:gd name="T4" fmla="*/ 0 w 179"/>
                  <a:gd name="T5" fmla="*/ 0 h 307"/>
                  <a:gd name="T6" fmla="*/ 0 w 179"/>
                  <a:gd name="T7" fmla="*/ 0 h 307"/>
                  <a:gd name="T8" fmla="*/ 0 w 179"/>
                  <a:gd name="T9" fmla="*/ 0 h 307"/>
                  <a:gd name="T10" fmla="*/ 0 w 179"/>
                  <a:gd name="T11" fmla="*/ 0 h 307"/>
                  <a:gd name="T12" fmla="*/ 0 w 179"/>
                  <a:gd name="T13" fmla="*/ 0 h 307"/>
                  <a:gd name="T14" fmla="*/ 0 w 179"/>
                  <a:gd name="T15" fmla="*/ 0 h 307"/>
                  <a:gd name="T16" fmla="*/ 0 w 179"/>
                  <a:gd name="T17" fmla="*/ 0 h 30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79"/>
                  <a:gd name="T28" fmla="*/ 0 h 307"/>
                  <a:gd name="T29" fmla="*/ 179 w 179"/>
                  <a:gd name="T30" fmla="*/ 307 h 30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79" h="307">
                    <a:moveTo>
                      <a:pt x="27" y="0"/>
                    </a:moveTo>
                    <a:lnTo>
                      <a:pt x="27" y="51"/>
                    </a:lnTo>
                    <a:lnTo>
                      <a:pt x="0" y="129"/>
                    </a:lnTo>
                    <a:lnTo>
                      <a:pt x="97" y="307"/>
                    </a:lnTo>
                    <a:lnTo>
                      <a:pt x="108" y="231"/>
                    </a:lnTo>
                    <a:lnTo>
                      <a:pt x="87" y="184"/>
                    </a:lnTo>
                    <a:lnTo>
                      <a:pt x="179" y="99"/>
                    </a:lnTo>
                    <a:lnTo>
                      <a:pt x="97" y="0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3" name="Freeform 30"/>
              <p:cNvSpPr>
                <a:spLocks/>
              </p:cNvSpPr>
              <p:nvPr/>
            </p:nvSpPr>
            <p:spPr bwMode="auto">
              <a:xfrm>
                <a:off x="1097" y="2579"/>
                <a:ext cx="15" cy="30"/>
              </a:xfrm>
              <a:custGeom>
                <a:avLst/>
                <a:gdLst>
                  <a:gd name="T0" fmla="*/ 0 w 267"/>
                  <a:gd name="T1" fmla="*/ 0 h 540"/>
                  <a:gd name="T2" fmla="*/ 0 w 267"/>
                  <a:gd name="T3" fmla="*/ 0 h 540"/>
                  <a:gd name="T4" fmla="*/ 0 w 267"/>
                  <a:gd name="T5" fmla="*/ 0 h 540"/>
                  <a:gd name="T6" fmla="*/ 0 w 267"/>
                  <a:gd name="T7" fmla="*/ 0 h 540"/>
                  <a:gd name="T8" fmla="*/ 0 w 267"/>
                  <a:gd name="T9" fmla="*/ 0 h 540"/>
                  <a:gd name="T10" fmla="*/ 0 w 267"/>
                  <a:gd name="T11" fmla="*/ 0 h 540"/>
                  <a:gd name="T12" fmla="*/ 0 w 267"/>
                  <a:gd name="T13" fmla="*/ 0 h 540"/>
                  <a:gd name="T14" fmla="*/ 0 w 267"/>
                  <a:gd name="T15" fmla="*/ 0 h 540"/>
                  <a:gd name="T16" fmla="*/ 0 w 267"/>
                  <a:gd name="T17" fmla="*/ 0 h 540"/>
                  <a:gd name="T18" fmla="*/ 0 w 267"/>
                  <a:gd name="T19" fmla="*/ 0 h 540"/>
                  <a:gd name="T20" fmla="*/ 0 w 267"/>
                  <a:gd name="T21" fmla="*/ 0 h 540"/>
                  <a:gd name="T22" fmla="*/ 0 w 267"/>
                  <a:gd name="T23" fmla="*/ 0 h 540"/>
                  <a:gd name="T24" fmla="*/ 0 w 267"/>
                  <a:gd name="T25" fmla="*/ 0 h 540"/>
                  <a:gd name="T26" fmla="*/ 0 w 267"/>
                  <a:gd name="T27" fmla="*/ 0 h 540"/>
                  <a:gd name="T28" fmla="*/ 0 w 267"/>
                  <a:gd name="T29" fmla="*/ 0 h 540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67"/>
                  <a:gd name="T46" fmla="*/ 0 h 540"/>
                  <a:gd name="T47" fmla="*/ 267 w 267"/>
                  <a:gd name="T48" fmla="*/ 540 h 540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67" h="540">
                    <a:moveTo>
                      <a:pt x="95" y="64"/>
                    </a:moveTo>
                    <a:lnTo>
                      <a:pt x="39" y="105"/>
                    </a:lnTo>
                    <a:lnTo>
                      <a:pt x="29" y="180"/>
                    </a:lnTo>
                    <a:lnTo>
                      <a:pt x="86" y="166"/>
                    </a:lnTo>
                    <a:lnTo>
                      <a:pt x="47" y="258"/>
                    </a:lnTo>
                    <a:lnTo>
                      <a:pt x="95" y="283"/>
                    </a:lnTo>
                    <a:lnTo>
                      <a:pt x="8" y="413"/>
                    </a:lnTo>
                    <a:lnTo>
                      <a:pt x="66" y="377"/>
                    </a:lnTo>
                    <a:lnTo>
                      <a:pt x="0" y="540"/>
                    </a:lnTo>
                    <a:lnTo>
                      <a:pt x="189" y="359"/>
                    </a:lnTo>
                    <a:lnTo>
                      <a:pt x="267" y="111"/>
                    </a:lnTo>
                    <a:lnTo>
                      <a:pt x="205" y="111"/>
                    </a:lnTo>
                    <a:lnTo>
                      <a:pt x="117" y="129"/>
                    </a:lnTo>
                    <a:lnTo>
                      <a:pt x="136" y="0"/>
                    </a:lnTo>
                    <a:lnTo>
                      <a:pt x="95" y="6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4" name="Freeform 31"/>
              <p:cNvSpPr>
                <a:spLocks/>
              </p:cNvSpPr>
              <p:nvPr/>
            </p:nvSpPr>
            <p:spPr bwMode="auto">
              <a:xfrm>
                <a:off x="1117" y="2458"/>
                <a:ext cx="46" cy="45"/>
              </a:xfrm>
              <a:custGeom>
                <a:avLst/>
                <a:gdLst>
                  <a:gd name="T0" fmla="*/ 0 w 834"/>
                  <a:gd name="T1" fmla="*/ 0 h 811"/>
                  <a:gd name="T2" fmla="*/ 0 w 834"/>
                  <a:gd name="T3" fmla="*/ 0 h 811"/>
                  <a:gd name="T4" fmla="*/ 0 w 834"/>
                  <a:gd name="T5" fmla="*/ 0 h 811"/>
                  <a:gd name="T6" fmla="*/ 0 w 834"/>
                  <a:gd name="T7" fmla="*/ 0 h 811"/>
                  <a:gd name="T8" fmla="*/ 0 w 834"/>
                  <a:gd name="T9" fmla="*/ 0 h 811"/>
                  <a:gd name="T10" fmla="*/ 0 w 834"/>
                  <a:gd name="T11" fmla="*/ 0 h 811"/>
                  <a:gd name="T12" fmla="*/ 0 w 834"/>
                  <a:gd name="T13" fmla="*/ 0 h 811"/>
                  <a:gd name="T14" fmla="*/ 0 w 834"/>
                  <a:gd name="T15" fmla="*/ 0 h 811"/>
                  <a:gd name="T16" fmla="*/ 0 w 834"/>
                  <a:gd name="T17" fmla="*/ 0 h 811"/>
                  <a:gd name="T18" fmla="*/ 0 w 834"/>
                  <a:gd name="T19" fmla="*/ 0 h 811"/>
                  <a:gd name="T20" fmla="*/ 0 w 834"/>
                  <a:gd name="T21" fmla="*/ 0 h 811"/>
                  <a:gd name="T22" fmla="*/ 0 w 834"/>
                  <a:gd name="T23" fmla="*/ 0 h 811"/>
                  <a:gd name="T24" fmla="*/ 0 w 834"/>
                  <a:gd name="T25" fmla="*/ 0 h 811"/>
                  <a:gd name="T26" fmla="*/ 0 w 834"/>
                  <a:gd name="T27" fmla="*/ 0 h 811"/>
                  <a:gd name="T28" fmla="*/ 0 w 834"/>
                  <a:gd name="T29" fmla="*/ 0 h 811"/>
                  <a:gd name="T30" fmla="*/ 0 w 834"/>
                  <a:gd name="T31" fmla="*/ 0 h 81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834"/>
                  <a:gd name="T49" fmla="*/ 0 h 811"/>
                  <a:gd name="T50" fmla="*/ 834 w 834"/>
                  <a:gd name="T51" fmla="*/ 811 h 81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834" h="811">
                    <a:moveTo>
                      <a:pt x="0" y="811"/>
                    </a:moveTo>
                    <a:lnTo>
                      <a:pt x="124" y="607"/>
                    </a:lnTo>
                    <a:lnTo>
                      <a:pt x="333" y="513"/>
                    </a:lnTo>
                    <a:lnTo>
                      <a:pt x="204" y="513"/>
                    </a:lnTo>
                    <a:lnTo>
                      <a:pt x="563" y="298"/>
                    </a:lnTo>
                    <a:lnTo>
                      <a:pt x="402" y="298"/>
                    </a:lnTo>
                    <a:lnTo>
                      <a:pt x="574" y="179"/>
                    </a:lnTo>
                    <a:lnTo>
                      <a:pt x="723" y="179"/>
                    </a:lnTo>
                    <a:lnTo>
                      <a:pt x="493" y="105"/>
                    </a:lnTo>
                    <a:lnTo>
                      <a:pt x="834" y="39"/>
                    </a:lnTo>
                    <a:lnTo>
                      <a:pt x="737" y="0"/>
                    </a:lnTo>
                    <a:lnTo>
                      <a:pt x="355" y="105"/>
                    </a:lnTo>
                    <a:lnTo>
                      <a:pt x="62" y="386"/>
                    </a:lnTo>
                    <a:lnTo>
                      <a:pt x="355" y="208"/>
                    </a:lnTo>
                    <a:lnTo>
                      <a:pt x="103" y="478"/>
                    </a:lnTo>
                    <a:lnTo>
                      <a:pt x="0" y="81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5" name="Freeform 32"/>
              <p:cNvSpPr>
                <a:spLocks/>
              </p:cNvSpPr>
              <p:nvPr/>
            </p:nvSpPr>
            <p:spPr bwMode="auto">
              <a:xfrm>
                <a:off x="1055" y="2461"/>
                <a:ext cx="76" cy="127"/>
              </a:xfrm>
              <a:custGeom>
                <a:avLst/>
                <a:gdLst>
                  <a:gd name="T0" fmla="*/ 0 w 1364"/>
                  <a:gd name="T1" fmla="*/ 0 h 2279"/>
                  <a:gd name="T2" fmla="*/ 0 w 1364"/>
                  <a:gd name="T3" fmla="*/ 0 h 2279"/>
                  <a:gd name="T4" fmla="*/ 0 w 1364"/>
                  <a:gd name="T5" fmla="*/ 0 h 2279"/>
                  <a:gd name="T6" fmla="*/ 0 w 1364"/>
                  <a:gd name="T7" fmla="*/ 0 h 2279"/>
                  <a:gd name="T8" fmla="*/ 0 w 1364"/>
                  <a:gd name="T9" fmla="*/ 0 h 2279"/>
                  <a:gd name="T10" fmla="*/ 0 w 1364"/>
                  <a:gd name="T11" fmla="*/ 0 h 2279"/>
                  <a:gd name="T12" fmla="*/ 0 w 1364"/>
                  <a:gd name="T13" fmla="*/ 0 h 2279"/>
                  <a:gd name="T14" fmla="*/ 0 w 1364"/>
                  <a:gd name="T15" fmla="*/ 0 h 2279"/>
                  <a:gd name="T16" fmla="*/ 0 w 1364"/>
                  <a:gd name="T17" fmla="*/ 0 h 2279"/>
                  <a:gd name="T18" fmla="*/ 0 w 1364"/>
                  <a:gd name="T19" fmla="*/ 0 h 2279"/>
                  <a:gd name="T20" fmla="*/ 0 w 1364"/>
                  <a:gd name="T21" fmla="*/ 0 h 2279"/>
                  <a:gd name="T22" fmla="*/ 0 w 1364"/>
                  <a:gd name="T23" fmla="*/ 0 h 2279"/>
                  <a:gd name="T24" fmla="*/ 0 w 1364"/>
                  <a:gd name="T25" fmla="*/ 0 h 2279"/>
                  <a:gd name="T26" fmla="*/ 0 w 1364"/>
                  <a:gd name="T27" fmla="*/ 0 h 2279"/>
                  <a:gd name="T28" fmla="*/ 0 w 1364"/>
                  <a:gd name="T29" fmla="*/ 0 h 2279"/>
                  <a:gd name="T30" fmla="*/ 0 w 1364"/>
                  <a:gd name="T31" fmla="*/ 0 h 2279"/>
                  <a:gd name="T32" fmla="*/ 0 w 1364"/>
                  <a:gd name="T33" fmla="*/ 0 h 2279"/>
                  <a:gd name="T34" fmla="*/ 0 w 1364"/>
                  <a:gd name="T35" fmla="*/ 0 h 2279"/>
                  <a:gd name="T36" fmla="*/ 0 w 1364"/>
                  <a:gd name="T37" fmla="*/ 0 h 2279"/>
                  <a:gd name="T38" fmla="*/ 0 w 1364"/>
                  <a:gd name="T39" fmla="*/ 0 h 2279"/>
                  <a:gd name="T40" fmla="*/ 0 w 1364"/>
                  <a:gd name="T41" fmla="*/ 0 h 2279"/>
                  <a:gd name="T42" fmla="*/ 0 w 1364"/>
                  <a:gd name="T43" fmla="*/ 0 h 2279"/>
                  <a:gd name="T44" fmla="*/ 0 w 1364"/>
                  <a:gd name="T45" fmla="*/ 0 h 2279"/>
                  <a:gd name="T46" fmla="*/ 0 w 1364"/>
                  <a:gd name="T47" fmla="*/ 0 h 2279"/>
                  <a:gd name="T48" fmla="*/ 0 w 1364"/>
                  <a:gd name="T49" fmla="*/ 0 h 2279"/>
                  <a:gd name="T50" fmla="*/ 0 w 1364"/>
                  <a:gd name="T51" fmla="*/ 0 h 2279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364"/>
                  <a:gd name="T79" fmla="*/ 0 h 2279"/>
                  <a:gd name="T80" fmla="*/ 1364 w 1364"/>
                  <a:gd name="T81" fmla="*/ 2279 h 2279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364" h="2279">
                    <a:moveTo>
                      <a:pt x="1364" y="0"/>
                    </a:moveTo>
                    <a:lnTo>
                      <a:pt x="1165" y="115"/>
                    </a:lnTo>
                    <a:lnTo>
                      <a:pt x="793" y="543"/>
                    </a:lnTo>
                    <a:lnTo>
                      <a:pt x="562" y="1289"/>
                    </a:lnTo>
                    <a:lnTo>
                      <a:pt x="276" y="1803"/>
                    </a:lnTo>
                    <a:lnTo>
                      <a:pt x="27" y="1999"/>
                    </a:lnTo>
                    <a:lnTo>
                      <a:pt x="0" y="2113"/>
                    </a:lnTo>
                    <a:lnTo>
                      <a:pt x="57" y="2242"/>
                    </a:lnTo>
                    <a:lnTo>
                      <a:pt x="190" y="2279"/>
                    </a:lnTo>
                    <a:lnTo>
                      <a:pt x="107" y="2218"/>
                    </a:lnTo>
                    <a:lnTo>
                      <a:pt x="88" y="2113"/>
                    </a:lnTo>
                    <a:lnTo>
                      <a:pt x="231" y="2007"/>
                    </a:lnTo>
                    <a:lnTo>
                      <a:pt x="310" y="2007"/>
                    </a:lnTo>
                    <a:lnTo>
                      <a:pt x="360" y="2154"/>
                    </a:lnTo>
                    <a:lnTo>
                      <a:pt x="503" y="2049"/>
                    </a:lnTo>
                    <a:lnTo>
                      <a:pt x="599" y="1842"/>
                    </a:lnTo>
                    <a:lnTo>
                      <a:pt x="752" y="1674"/>
                    </a:lnTo>
                    <a:lnTo>
                      <a:pt x="509" y="1803"/>
                    </a:lnTo>
                    <a:lnTo>
                      <a:pt x="579" y="1557"/>
                    </a:lnTo>
                    <a:lnTo>
                      <a:pt x="772" y="1316"/>
                    </a:lnTo>
                    <a:lnTo>
                      <a:pt x="900" y="811"/>
                    </a:lnTo>
                    <a:lnTo>
                      <a:pt x="731" y="1261"/>
                    </a:lnTo>
                    <a:lnTo>
                      <a:pt x="721" y="1084"/>
                    </a:lnTo>
                    <a:lnTo>
                      <a:pt x="871" y="528"/>
                    </a:lnTo>
                    <a:lnTo>
                      <a:pt x="1181" y="128"/>
                    </a:lnTo>
                    <a:lnTo>
                      <a:pt x="136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6" name="Freeform 33"/>
              <p:cNvSpPr>
                <a:spLocks/>
              </p:cNvSpPr>
              <p:nvPr/>
            </p:nvSpPr>
            <p:spPr bwMode="auto">
              <a:xfrm>
                <a:off x="1043" y="2581"/>
                <a:ext cx="15" cy="18"/>
              </a:xfrm>
              <a:custGeom>
                <a:avLst/>
                <a:gdLst>
                  <a:gd name="T0" fmla="*/ 0 w 272"/>
                  <a:gd name="T1" fmla="*/ 0 h 308"/>
                  <a:gd name="T2" fmla="*/ 0 w 272"/>
                  <a:gd name="T3" fmla="*/ 0 h 308"/>
                  <a:gd name="T4" fmla="*/ 0 w 272"/>
                  <a:gd name="T5" fmla="*/ 0 h 308"/>
                  <a:gd name="T6" fmla="*/ 0 w 272"/>
                  <a:gd name="T7" fmla="*/ 0 h 308"/>
                  <a:gd name="T8" fmla="*/ 0 w 272"/>
                  <a:gd name="T9" fmla="*/ 0 h 308"/>
                  <a:gd name="T10" fmla="*/ 0 w 272"/>
                  <a:gd name="T11" fmla="*/ 0 h 308"/>
                  <a:gd name="T12" fmla="*/ 0 w 272"/>
                  <a:gd name="T13" fmla="*/ 0 h 308"/>
                  <a:gd name="T14" fmla="*/ 0 w 272"/>
                  <a:gd name="T15" fmla="*/ 0 h 3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72"/>
                  <a:gd name="T25" fmla="*/ 0 h 308"/>
                  <a:gd name="T26" fmla="*/ 272 w 272"/>
                  <a:gd name="T27" fmla="*/ 308 h 30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72" h="308">
                    <a:moveTo>
                      <a:pt x="272" y="129"/>
                    </a:moveTo>
                    <a:lnTo>
                      <a:pt x="200" y="115"/>
                    </a:lnTo>
                    <a:lnTo>
                      <a:pt x="131" y="0"/>
                    </a:lnTo>
                    <a:lnTo>
                      <a:pt x="71" y="138"/>
                    </a:lnTo>
                    <a:lnTo>
                      <a:pt x="71" y="217"/>
                    </a:lnTo>
                    <a:lnTo>
                      <a:pt x="0" y="308"/>
                    </a:lnTo>
                    <a:lnTo>
                      <a:pt x="182" y="232"/>
                    </a:lnTo>
                    <a:lnTo>
                      <a:pt x="272" y="12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7" name="Freeform 34"/>
              <p:cNvSpPr>
                <a:spLocks/>
              </p:cNvSpPr>
              <p:nvPr/>
            </p:nvSpPr>
            <p:spPr bwMode="auto">
              <a:xfrm>
                <a:off x="1091" y="2517"/>
                <a:ext cx="24" cy="67"/>
              </a:xfrm>
              <a:custGeom>
                <a:avLst/>
                <a:gdLst>
                  <a:gd name="T0" fmla="*/ 0 w 432"/>
                  <a:gd name="T1" fmla="*/ 0 h 1198"/>
                  <a:gd name="T2" fmla="*/ 0 w 432"/>
                  <a:gd name="T3" fmla="*/ 0 h 1198"/>
                  <a:gd name="T4" fmla="*/ 0 w 432"/>
                  <a:gd name="T5" fmla="*/ 0 h 1198"/>
                  <a:gd name="T6" fmla="*/ 0 w 432"/>
                  <a:gd name="T7" fmla="*/ 0 h 1198"/>
                  <a:gd name="T8" fmla="*/ 0 w 432"/>
                  <a:gd name="T9" fmla="*/ 0 h 1198"/>
                  <a:gd name="T10" fmla="*/ 0 w 432"/>
                  <a:gd name="T11" fmla="*/ 0 h 1198"/>
                  <a:gd name="T12" fmla="*/ 0 w 432"/>
                  <a:gd name="T13" fmla="*/ 0 h 1198"/>
                  <a:gd name="T14" fmla="*/ 0 w 432"/>
                  <a:gd name="T15" fmla="*/ 0 h 1198"/>
                  <a:gd name="T16" fmla="*/ 0 w 432"/>
                  <a:gd name="T17" fmla="*/ 0 h 1198"/>
                  <a:gd name="T18" fmla="*/ 0 w 432"/>
                  <a:gd name="T19" fmla="*/ 0 h 1198"/>
                  <a:gd name="T20" fmla="*/ 0 w 432"/>
                  <a:gd name="T21" fmla="*/ 0 h 119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32"/>
                  <a:gd name="T34" fmla="*/ 0 h 1198"/>
                  <a:gd name="T35" fmla="*/ 432 w 432"/>
                  <a:gd name="T36" fmla="*/ 1198 h 119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32" h="1198">
                    <a:moveTo>
                      <a:pt x="432" y="0"/>
                    </a:moveTo>
                    <a:lnTo>
                      <a:pt x="241" y="667"/>
                    </a:lnTo>
                    <a:lnTo>
                      <a:pt x="19" y="992"/>
                    </a:lnTo>
                    <a:lnTo>
                      <a:pt x="112" y="939"/>
                    </a:lnTo>
                    <a:lnTo>
                      <a:pt x="81" y="1069"/>
                    </a:lnTo>
                    <a:lnTo>
                      <a:pt x="0" y="1198"/>
                    </a:lnTo>
                    <a:lnTo>
                      <a:pt x="251" y="912"/>
                    </a:lnTo>
                    <a:lnTo>
                      <a:pt x="354" y="679"/>
                    </a:lnTo>
                    <a:lnTo>
                      <a:pt x="143" y="925"/>
                    </a:lnTo>
                    <a:lnTo>
                      <a:pt x="268" y="667"/>
                    </a:lnTo>
                    <a:lnTo>
                      <a:pt x="43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8" name="Freeform 35"/>
              <p:cNvSpPr>
                <a:spLocks/>
              </p:cNvSpPr>
              <p:nvPr/>
            </p:nvSpPr>
            <p:spPr bwMode="auto">
              <a:xfrm>
                <a:off x="1136" y="2563"/>
                <a:ext cx="10" cy="11"/>
              </a:xfrm>
              <a:custGeom>
                <a:avLst/>
                <a:gdLst>
                  <a:gd name="T0" fmla="*/ 0 w 174"/>
                  <a:gd name="T1" fmla="*/ 0 h 196"/>
                  <a:gd name="T2" fmla="*/ 0 w 174"/>
                  <a:gd name="T3" fmla="*/ 0 h 196"/>
                  <a:gd name="T4" fmla="*/ 0 w 174"/>
                  <a:gd name="T5" fmla="*/ 0 h 196"/>
                  <a:gd name="T6" fmla="*/ 0 w 174"/>
                  <a:gd name="T7" fmla="*/ 0 h 196"/>
                  <a:gd name="T8" fmla="*/ 0 w 174"/>
                  <a:gd name="T9" fmla="*/ 0 h 196"/>
                  <a:gd name="T10" fmla="*/ 0 w 174"/>
                  <a:gd name="T11" fmla="*/ 0 h 196"/>
                  <a:gd name="T12" fmla="*/ 0 w 174"/>
                  <a:gd name="T13" fmla="*/ 0 h 196"/>
                  <a:gd name="T14" fmla="*/ 0 w 174"/>
                  <a:gd name="T15" fmla="*/ 0 h 19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4"/>
                  <a:gd name="T25" fmla="*/ 0 h 196"/>
                  <a:gd name="T26" fmla="*/ 174 w 174"/>
                  <a:gd name="T27" fmla="*/ 196 h 19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4" h="196">
                    <a:moveTo>
                      <a:pt x="49" y="25"/>
                    </a:moveTo>
                    <a:lnTo>
                      <a:pt x="0" y="103"/>
                    </a:lnTo>
                    <a:lnTo>
                      <a:pt x="100" y="196"/>
                    </a:lnTo>
                    <a:lnTo>
                      <a:pt x="174" y="103"/>
                    </a:lnTo>
                    <a:lnTo>
                      <a:pt x="100" y="103"/>
                    </a:lnTo>
                    <a:lnTo>
                      <a:pt x="70" y="78"/>
                    </a:lnTo>
                    <a:lnTo>
                      <a:pt x="90" y="0"/>
                    </a:lnTo>
                    <a:lnTo>
                      <a:pt x="49" y="2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9" name="Freeform 36"/>
              <p:cNvSpPr>
                <a:spLocks/>
              </p:cNvSpPr>
              <p:nvPr/>
            </p:nvSpPr>
            <p:spPr bwMode="auto">
              <a:xfrm>
                <a:off x="1120" y="2531"/>
                <a:ext cx="19" cy="36"/>
              </a:xfrm>
              <a:custGeom>
                <a:avLst/>
                <a:gdLst>
                  <a:gd name="T0" fmla="*/ 0 w 346"/>
                  <a:gd name="T1" fmla="*/ 0 h 646"/>
                  <a:gd name="T2" fmla="*/ 0 w 346"/>
                  <a:gd name="T3" fmla="*/ 0 h 646"/>
                  <a:gd name="T4" fmla="*/ 0 w 346"/>
                  <a:gd name="T5" fmla="*/ 0 h 646"/>
                  <a:gd name="T6" fmla="*/ 0 w 346"/>
                  <a:gd name="T7" fmla="*/ 0 h 646"/>
                  <a:gd name="T8" fmla="*/ 0 w 346"/>
                  <a:gd name="T9" fmla="*/ 0 h 646"/>
                  <a:gd name="T10" fmla="*/ 0 w 346"/>
                  <a:gd name="T11" fmla="*/ 0 h 646"/>
                  <a:gd name="T12" fmla="*/ 0 w 346"/>
                  <a:gd name="T13" fmla="*/ 0 h 646"/>
                  <a:gd name="T14" fmla="*/ 0 w 346"/>
                  <a:gd name="T15" fmla="*/ 0 h 646"/>
                  <a:gd name="T16" fmla="*/ 0 w 346"/>
                  <a:gd name="T17" fmla="*/ 0 h 646"/>
                  <a:gd name="T18" fmla="*/ 0 w 346"/>
                  <a:gd name="T19" fmla="*/ 0 h 646"/>
                  <a:gd name="T20" fmla="*/ 0 w 346"/>
                  <a:gd name="T21" fmla="*/ 0 h 646"/>
                  <a:gd name="T22" fmla="*/ 0 w 346"/>
                  <a:gd name="T23" fmla="*/ 0 h 646"/>
                  <a:gd name="T24" fmla="*/ 0 w 346"/>
                  <a:gd name="T25" fmla="*/ 0 h 64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46"/>
                  <a:gd name="T40" fmla="*/ 0 h 646"/>
                  <a:gd name="T41" fmla="*/ 346 w 346"/>
                  <a:gd name="T42" fmla="*/ 646 h 64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46" h="646">
                    <a:moveTo>
                      <a:pt x="139" y="0"/>
                    </a:moveTo>
                    <a:lnTo>
                      <a:pt x="287" y="119"/>
                    </a:lnTo>
                    <a:lnTo>
                      <a:pt x="346" y="273"/>
                    </a:lnTo>
                    <a:lnTo>
                      <a:pt x="346" y="400"/>
                    </a:lnTo>
                    <a:lnTo>
                      <a:pt x="227" y="646"/>
                    </a:lnTo>
                    <a:lnTo>
                      <a:pt x="248" y="439"/>
                    </a:lnTo>
                    <a:lnTo>
                      <a:pt x="117" y="235"/>
                    </a:lnTo>
                    <a:lnTo>
                      <a:pt x="117" y="390"/>
                    </a:lnTo>
                    <a:lnTo>
                      <a:pt x="0" y="0"/>
                    </a:lnTo>
                    <a:lnTo>
                      <a:pt x="258" y="337"/>
                    </a:lnTo>
                    <a:lnTo>
                      <a:pt x="238" y="194"/>
                    </a:lnTo>
                    <a:lnTo>
                      <a:pt x="149" y="65"/>
                    </a:lnTo>
                    <a:lnTo>
                      <a:pt x="13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0" name="Freeform 37"/>
              <p:cNvSpPr>
                <a:spLocks/>
              </p:cNvSpPr>
              <p:nvPr/>
            </p:nvSpPr>
            <p:spPr bwMode="auto">
              <a:xfrm>
                <a:off x="1109" y="2544"/>
                <a:ext cx="18" cy="29"/>
              </a:xfrm>
              <a:custGeom>
                <a:avLst/>
                <a:gdLst>
                  <a:gd name="T0" fmla="*/ 0 w 323"/>
                  <a:gd name="T1" fmla="*/ 0 h 511"/>
                  <a:gd name="T2" fmla="*/ 0 w 323"/>
                  <a:gd name="T3" fmla="*/ 0 h 511"/>
                  <a:gd name="T4" fmla="*/ 0 w 323"/>
                  <a:gd name="T5" fmla="*/ 0 h 511"/>
                  <a:gd name="T6" fmla="*/ 0 w 323"/>
                  <a:gd name="T7" fmla="*/ 0 h 511"/>
                  <a:gd name="T8" fmla="*/ 0 w 323"/>
                  <a:gd name="T9" fmla="*/ 0 h 511"/>
                  <a:gd name="T10" fmla="*/ 0 w 323"/>
                  <a:gd name="T11" fmla="*/ 0 h 511"/>
                  <a:gd name="T12" fmla="*/ 0 w 323"/>
                  <a:gd name="T13" fmla="*/ 0 h 511"/>
                  <a:gd name="T14" fmla="*/ 0 w 323"/>
                  <a:gd name="T15" fmla="*/ 0 h 511"/>
                  <a:gd name="T16" fmla="*/ 0 w 323"/>
                  <a:gd name="T17" fmla="*/ 0 h 511"/>
                  <a:gd name="T18" fmla="*/ 0 w 323"/>
                  <a:gd name="T19" fmla="*/ 0 h 51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23"/>
                  <a:gd name="T31" fmla="*/ 0 h 511"/>
                  <a:gd name="T32" fmla="*/ 323 w 323"/>
                  <a:gd name="T33" fmla="*/ 511 h 51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23" h="511">
                    <a:moveTo>
                      <a:pt x="200" y="0"/>
                    </a:moveTo>
                    <a:lnTo>
                      <a:pt x="323" y="374"/>
                    </a:lnTo>
                    <a:lnTo>
                      <a:pt x="138" y="473"/>
                    </a:lnTo>
                    <a:lnTo>
                      <a:pt x="152" y="358"/>
                    </a:lnTo>
                    <a:lnTo>
                      <a:pt x="0" y="511"/>
                    </a:lnTo>
                    <a:lnTo>
                      <a:pt x="119" y="298"/>
                    </a:lnTo>
                    <a:lnTo>
                      <a:pt x="128" y="114"/>
                    </a:lnTo>
                    <a:lnTo>
                      <a:pt x="200" y="282"/>
                    </a:lnTo>
                    <a:lnTo>
                      <a:pt x="241" y="229"/>
                    </a:lnTo>
                    <a:lnTo>
                      <a:pt x="20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" name="Freeform 38"/>
              <p:cNvSpPr>
                <a:spLocks/>
              </p:cNvSpPr>
              <p:nvPr/>
            </p:nvSpPr>
            <p:spPr bwMode="auto">
              <a:xfrm>
                <a:off x="1107" y="2556"/>
                <a:ext cx="7" cy="11"/>
              </a:xfrm>
              <a:custGeom>
                <a:avLst/>
                <a:gdLst>
                  <a:gd name="T0" fmla="*/ 0 w 115"/>
                  <a:gd name="T1" fmla="*/ 0 h 192"/>
                  <a:gd name="T2" fmla="*/ 0 w 115"/>
                  <a:gd name="T3" fmla="*/ 0 h 192"/>
                  <a:gd name="T4" fmla="*/ 0 w 115"/>
                  <a:gd name="T5" fmla="*/ 0 h 192"/>
                  <a:gd name="T6" fmla="*/ 0 w 115"/>
                  <a:gd name="T7" fmla="*/ 0 h 192"/>
                  <a:gd name="T8" fmla="*/ 0 w 115"/>
                  <a:gd name="T9" fmla="*/ 0 h 1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5"/>
                  <a:gd name="T16" fmla="*/ 0 h 192"/>
                  <a:gd name="T17" fmla="*/ 115 w 115"/>
                  <a:gd name="T18" fmla="*/ 192 h 1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5" h="192">
                    <a:moveTo>
                      <a:pt x="72" y="0"/>
                    </a:moveTo>
                    <a:lnTo>
                      <a:pt x="0" y="192"/>
                    </a:lnTo>
                    <a:lnTo>
                      <a:pt x="115" y="88"/>
                    </a:lnTo>
                    <a:lnTo>
                      <a:pt x="115" y="24"/>
                    </a:lnTo>
                    <a:lnTo>
                      <a:pt x="72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2" name="Freeform 39"/>
              <p:cNvSpPr>
                <a:spLocks/>
              </p:cNvSpPr>
              <p:nvPr/>
            </p:nvSpPr>
            <p:spPr bwMode="auto">
              <a:xfrm>
                <a:off x="1098" y="2589"/>
                <a:ext cx="44" cy="80"/>
              </a:xfrm>
              <a:custGeom>
                <a:avLst/>
                <a:gdLst>
                  <a:gd name="T0" fmla="*/ 0 w 790"/>
                  <a:gd name="T1" fmla="*/ 0 h 1433"/>
                  <a:gd name="T2" fmla="*/ 0 w 790"/>
                  <a:gd name="T3" fmla="*/ 0 h 1433"/>
                  <a:gd name="T4" fmla="*/ 0 w 790"/>
                  <a:gd name="T5" fmla="*/ 0 h 1433"/>
                  <a:gd name="T6" fmla="*/ 0 w 790"/>
                  <a:gd name="T7" fmla="*/ 0 h 1433"/>
                  <a:gd name="T8" fmla="*/ 0 w 790"/>
                  <a:gd name="T9" fmla="*/ 0 h 1433"/>
                  <a:gd name="T10" fmla="*/ 0 w 790"/>
                  <a:gd name="T11" fmla="*/ 0 h 1433"/>
                  <a:gd name="T12" fmla="*/ 0 w 790"/>
                  <a:gd name="T13" fmla="*/ 0 h 1433"/>
                  <a:gd name="T14" fmla="*/ 0 w 790"/>
                  <a:gd name="T15" fmla="*/ 0 h 1433"/>
                  <a:gd name="T16" fmla="*/ 0 w 790"/>
                  <a:gd name="T17" fmla="*/ 0 h 1433"/>
                  <a:gd name="T18" fmla="*/ 0 w 790"/>
                  <a:gd name="T19" fmla="*/ 0 h 1433"/>
                  <a:gd name="T20" fmla="*/ 0 w 790"/>
                  <a:gd name="T21" fmla="*/ 0 h 1433"/>
                  <a:gd name="T22" fmla="*/ 0 w 790"/>
                  <a:gd name="T23" fmla="*/ 0 h 1433"/>
                  <a:gd name="T24" fmla="*/ 0 w 790"/>
                  <a:gd name="T25" fmla="*/ 0 h 1433"/>
                  <a:gd name="T26" fmla="*/ 0 w 790"/>
                  <a:gd name="T27" fmla="*/ 0 h 1433"/>
                  <a:gd name="T28" fmla="*/ 0 w 790"/>
                  <a:gd name="T29" fmla="*/ 0 h 1433"/>
                  <a:gd name="T30" fmla="*/ 0 w 790"/>
                  <a:gd name="T31" fmla="*/ 0 h 1433"/>
                  <a:gd name="T32" fmla="*/ 0 w 790"/>
                  <a:gd name="T33" fmla="*/ 0 h 1433"/>
                  <a:gd name="T34" fmla="*/ 0 w 790"/>
                  <a:gd name="T35" fmla="*/ 0 h 1433"/>
                  <a:gd name="T36" fmla="*/ 0 w 790"/>
                  <a:gd name="T37" fmla="*/ 0 h 1433"/>
                  <a:gd name="T38" fmla="*/ 0 w 790"/>
                  <a:gd name="T39" fmla="*/ 0 h 1433"/>
                  <a:gd name="T40" fmla="*/ 0 w 790"/>
                  <a:gd name="T41" fmla="*/ 0 h 1433"/>
                  <a:gd name="T42" fmla="*/ 0 w 790"/>
                  <a:gd name="T43" fmla="*/ 0 h 1433"/>
                  <a:gd name="T44" fmla="*/ 0 w 790"/>
                  <a:gd name="T45" fmla="*/ 0 h 1433"/>
                  <a:gd name="T46" fmla="*/ 0 w 790"/>
                  <a:gd name="T47" fmla="*/ 0 h 1433"/>
                  <a:gd name="T48" fmla="*/ 0 w 790"/>
                  <a:gd name="T49" fmla="*/ 0 h 1433"/>
                  <a:gd name="T50" fmla="*/ 0 w 790"/>
                  <a:gd name="T51" fmla="*/ 0 h 1433"/>
                  <a:gd name="T52" fmla="*/ 0 w 790"/>
                  <a:gd name="T53" fmla="*/ 0 h 1433"/>
                  <a:gd name="T54" fmla="*/ 0 w 790"/>
                  <a:gd name="T55" fmla="*/ 0 h 1433"/>
                  <a:gd name="T56" fmla="*/ 0 w 790"/>
                  <a:gd name="T57" fmla="*/ 0 h 1433"/>
                  <a:gd name="T58" fmla="*/ 0 w 790"/>
                  <a:gd name="T59" fmla="*/ 0 h 1433"/>
                  <a:gd name="T60" fmla="*/ 0 w 790"/>
                  <a:gd name="T61" fmla="*/ 0 h 1433"/>
                  <a:gd name="T62" fmla="*/ 0 w 790"/>
                  <a:gd name="T63" fmla="*/ 0 h 1433"/>
                  <a:gd name="T64" fmla="*/ 0 w 790"/>
                  <a:gd name="T65" fmla="*/ 0 h 1433"/>
                  <a:gd name="T66" fmla="*/ 0 w 790"/>
                  <a:gd name="T67" fmla="*/ 0 h 1433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790"/>
                  <a:gd name="T103" fmla="*/ 0 h 1433"/>
                  <a:gd name="T104" fmla="*/ 790 w 790"/>
                  <a:gd name="T105" fmla="*/ 1433 h 1433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790" h="1433">
                    <a:moveTo>
                      <a:pt x="651" y="39"/>
                    </a:moveTo>
                    <a:lnTo>
                      <a:pt x="614" y="94"/>
                    </a:lnTo>
                    <a:lnTo>
                      <a:pt x="499" y="378"/>
                    </a:lnTo>
                    <a:lnTo>
                      <a:pt x="460" y="94"/>
                    </a:lnTo>
                    <a:lnTo>
                      <a:pt x="409" y="378"/>
                    </a:lnTo>
                    <a:lnTo>
                      <a:pt x="289" y="607"/>
                    </a:lnTo>
                    <a:lnTo>
                      <a:pt x="306" y="351"/>
                    </a:lnTo>
                    <a:lnTo>
                      <a:pt x="209" y="521"/>
                    </a:lnTo>
                    <a:lnTo>
                      <a:pt x="222" y="713"/>
                    </a:lnTo>
                    <a:lnTo>
                      <a:pt x="87" y="494"/>
                    </a:lnTo>
                    <a:lnTo>
                      <a:pt x="72" y="698"/>
                    </a:lnTo>
                    <a:lnTo>
                      <a:pt x="150" y="971"/>
                    </a:lnTo>
                    <a:lnTo>
                      <a:pt x="0" y="879"/>
                    </a:lnTo>
                    <a:lnTo>
                      <a:pt x="119" y="1059"/>
                    </a:lnTo>
                    <a:lnTo>
                      <a:pt x="300" y="1110"/>
                    </a:lnTo>
                    <a:lnTo>
                      <a:pt x="499" y="1433"/>
                    </a:lnTo>
                    <a:lnTo>
                      <a:pt x="542" y="1316"/>
                    </a:lnTo>
                    <a:lnTo>
                      <a:pt x="542" y="1188"/>
                    </a:lnTo>
                    <a:lnTo>
                      <a:pt x="760" y="958"/>
                    </a:lnTo>
                    <a:lnTo>
                      <a:pt x="790" y="792"/>
                    </a:lnTo>
                    <a:lnTo>
                      <a:pt x="721" y="673"/>
                    </a:lnTo>
                    <a:lnTo>
                      <a:pt x="749" y="792"/>
                    </a:lnTo>
                    <a:lnTo>
                      <a:pt x="711" y="879"/>
                    </a:lnTo>
                    <a:lnTo>
                      <a:pt x="532" y="879"/>
                    </a:lnTo>
                    <a:lnTo>
                      <a:pt x="520" y="815"/>
                    </a:lnTo>
                    <a:lnTo>
                      <a:pt x="641" y="644"/>
                    </a:lnTo>
                    <a:lnTo>
                      <a:pt x="702" y="441"/>
                    </a:lnTo>
                    <a:lnTo>
                      <a:pt x="532" y="658"/>
                    </a:lnTo>
                    <a:lnTo>
                      <a:pt x="542" y="466"/>
                    </a:lnTo>
                    <a:lnTo>
                      <a:pt x="641" y="170"/>
                    </a:lnTo>
                    <a:lnTo>
                      <a:pt x="614" y="441"/>
                    </a:lnTo>
                    <a:lnTo>
                      <a:pt x="739" y="0"/>
                    </a:lnTo>
                    <a:lnTo>
                      <a:pt x="670" y="118"/>
                    </a:lnTo>
                    <a:lnTo>
                      <a:pt x="651" y="3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3" name="Freeform 40"/>
              <p:cNvSpPr>
                <a:spLocks/>
              </p:cNvSpPr>
              <p:nvPr/>
            </p:nvSpPr>
            <p:spPr bwMode="auto">
              <a:xfrm>
                <a:off x="1148" y="2611"/>
                <a:ext cx="12" cy="11"/>
              </a:xfrm>
              <a:custGeom>
                <a:avLst/>
                <a:gdLst>
                  <a:gd name="T0" fmla="*/ 0 w 203"/>
                  <a:gd name="T1" fmla="*/ 0 h 193"/>
                  <a:gd name="T2" fmla="*/ 0 w 203"/>
                  <a:gd name="T3" fmla="*/ 0 h 193"/>
                  <a:gd name="T4" fmla="*/ 0 w 203"/>
                  <a:gd name="T5" fmla="*/ 0 h 193"/>
                  <a:gd name="T6" fmla="*/ 0 w 203"/>
                  <a:gd name="T7" fmla="*/ 0 h 193"/>
                  <a:gd name="T8" fmla="*/ 0 w 203"/>
                  <a:gd name="T9" fmla="*/ 0 h 193"/>
                  <a:gd name="T10" fmla="*/ 0 w 203"/>
                  <a:gd name="T11" fmla="*/ 0 h 193"/>
                  <a:gd name="T12" fmla="*/ 0 w 203"/>
                  <a:gd name="T13" fmla="*/ 0 h 193"/>
                  <a:gd name="T14" fmla="*/ 0 w 203"/>
                  <a:gd name="T15" fmla="*/ 0 h 193"/>
                  <a:gd name="T16" fmla="*/ 0 w 203"/>
                  <a:gd name="T17" fmla="*/ 0 h 193"/>
                  <a:gd name="T18" fmla="*/ 0 w 203"/>
                  <a:gd name="T19" fmla="*/ 0 h 19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03"/>
                  <a:gd name="T31" fmla="*/ 0 h 193"/>
                  <a:gd name="T32" fmla="*/ 203 w 203"/>
                  <a:gd name="T33" fmla="*/ 193 h 19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03" h="193">
                    <a:moveTo>
                      <a:pt x="41" y="115"/>
                    </a:moveTo>
                    <a:lnTo>
                      <a:pt x="0" y="193"/>
                    </a:lnTo>
                    <a:lnTo>
                      <a:pt x="92" y="180"/>
                    </a:lnTo>
                    <a:lnTo>
                      <a:pt x="152" y="104"/>
                    </a:lnTo>
                    <a:lnTo>
                      <a:pt x="203" y="139"/>
                    </a:lnTo>
                    <a:lnTo>
                      <a:pt x="193" y="0"/>
                    </a:lnTo>
                    <a:lnTo>
                      <a:pt x="152" y="67"/>
                    </a:lnTo>
                    <a:lnTo>
                      <a:pt x="123" y="39"/>
                    </a:lnTo>
                    <a:lnTo>
                      <a:pt x="70" y="104"/>
                    </a:lnTo>
                    <a:lnTo>
                      <a:pt x="41" y="11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4" name="Freeform 41"/>
              <p:cNvSpPr>
                <a:spLocks/>
              </p:cNvSpPr>
              <p:nvPr/>
            </p:nvSpPr>
            <p:spPr bwMode="auto">
              <a:xfrm>
                <a:off x="1064" y="2592"/>
                <a:ext cx="36" cy="38"/>
              </a:xfrm>
              <a:custGeom>
                <a:avLst/>
                <a:gdLst>
                  <a:gd name="T0" fmla="*/ 0 w 643"/>
                  <a:gd name="T1" fmla="*/ 0 h 674"/>
                  <a:gd name="T2" fmla="*/ 0 w 643"/>
                  <a:gd name="T3" fmla="*/ 0 h 674"/>
                  <a:gd name="T4" fmla="*/ 0 w 643"/>
                  <a:gd name="T5" fmla="*/ 0 h 674"/>
                  <a:gd name="T6" fmla="*/ 0 w 643"/>
                  <a:gd name="T7" fmla="*/ 0 h 674"/>
                  <a:gd name="T8" fmla="*/ 0 w 643"/>
                  <a:gd name="T9" fmla="*/ 0 h 674"/>
                  <a:gd name="T10" fmla="*/ 0 w 643"/>
                  <a:gd name="T11" fmla="*/ 0 h 674"/>
                  <a:gd name="T12" fmla="*/ 0 w 643"/>
                  <a:gd name="T13" fmla="*/ 0 h 674"/>
                  <a:gd name="T14" fmla="*/ 0 w 643"/>
                  <a:gd name="T15" fmla="*/ 0 h 674"/>
                  <a:gd name="T16" fmla="*/ 0 w 643"/>
                  <a:gd name="T17" fmla="*/ 0 h 674"/>
                  <a:gd name="T18" fmla="*/ 0 w 643"/>
                  <a:gd name="T19" fmla="*/ 0 h 674"/>
                  <a:gd name="T20" fmla="*/ 0 w 643"/>
                  <a:gd name="T21" fmla="*/ 0 h 674"/>
                  <a:gd name="T22" fmla="*/ 0 w 643"/>
                  <a:gd name="T23" fmla="*/ 0 h 674"/>
                  <a:gd name="T24" fmla="*/ 0 w 643"/>
                  <a:gd name="T25" fmla="*/ 0 h 674"/>
                  <a:gd name="T26" fmla="*/ 0 w 643"/>
                  <a:gd name="T27" fmla="*/ 0 h 674"/>
                  <a:gd name="T28" fmla="*/ 0 w 643"/>
                  <a:gd name="T29" fmla="*/ 0 h 674"/>
                  <a:gd name="T30" fmla="*/ 0 w 643"/>
                  <a:gd name="T31" fmla="*/ 0 h 674"/>
                  <a:gd name="T32" fmla="*/ 0 w 643"/>
                  <a:gd name="T33" fmla="*/ 0 h 674"/>
                  <a:gd name="T34" fmla="*/ 0 w 643"/>
                  <a:gd name="T35" fmla="*/ 0 h 67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43"/>
                  <a:gd name="T55" fmla="*/ 0 h 674"/>
                  <a:gd name="T56" fmla="*/ 643 w 643"/>
                  <a:gd name="T57" fmla="*/ 674 h 67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43" h="674">
                    <a:moveTo>
                      <a:pt x="643" y="402"/>
                    </a:moveTo>
                    <a:lnTo>
                      <a:pt x="549" y="528"/>
                    </a:lnTo>
                    <a:lnTo>
                      <a:pt x="431" y="552"/>
                    </a:lnTo>
                    <a:lnTo>
                      <a:pt x="290" y="552"/>
                    </a:lnTo>
                    <a:lnTo>
                      <a:pt x="50" y="674"/>
                    </a:lnTo>
                    <a:lnTo>
                      <a:pt x="109" y="425"/>
                    </a:lnTo>
                    <a:lnTo>
                      <a:pt x="30" y="466"/>
                    </a:lnTo>
                    <a:lnTo>
                      <a:pt x="99" y="232"/>
                    </a:lnTo>
                    <a:lnTo>
                      <a:pt x="0" y="271"/>
                    </a:lnTo>
                    <a:lnTo>
                      <a:pt x="191" y="0"/>
                    </a:lnTo>
                    <a:lnTo>
                      <a:pt x="140" y="169"/>
                    </a:lnTo>
                    <a:lnTo>
                      <a:pt x="220" y="139"/>
                    </a:lnTo>
                    <a:lnTo>
                      <a:pt x="140" y="374"/>
                    </a:lnTo>
                    <a:lnTo>
                      <a:pt x="241" y="323"/>
                    </a:lnTo>
                    <a:lnTo>
                      <a:pt x="241" y="425"/>
                    </a:lnTo>
                    <a:lnTo>
                      <a:pt x="472" y="474"/>
                    </a:lnTo>
                    <a:lnTo>
                      <a:pt x="549" y="487"/>
                    </a:lnTo>
                    <a:lnTo>
                      <a:pt x="643" y="40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5" name="Freeform 42"/>
              <p:cNvSpPr>
                <a:spLocks/>
              </p:cNvSpPr>
              <p:nvPr/>
            </p:nvSpPr>
            <p:spPr bwMode="auto">
              <a:xfrm>
                <a:off x="1015" y="2598"/>
                <a:ext cx="45" cy="73"/>
              </a:xfrm>
              <a:custGeom>
                <a:avLst/>
                <a:gdLst>
                  <a:gd name="T0" fmla="*/ 0 w 824"/>
                  <a:gd name="T1" fmla="*/ 0 h 1325"/>
                  <a:gd name="T2" fmla="*/ 0 w 824"/>
                  <a:gd name="T3" fmla="*/ 0 h 1325"/>
                  <a:gd name="T4" fmla="*/ 0 w 824"/>
                  <a:gd name="T5" fmla="*/ 0 h 1325"/>
                  <a:gd name="T6" fmla="*/ 0 w 824"/>
                  <a:gd name="T7" fmla="*/ 0 h 1325"/>
                  <a:gd name="T8" fmla="*/ 0 w 824"/>
                  <a:gd name="T9" fmla="*/ 0 h 1325"/>
                  <a:gd name="T10" fmla="*/ 0 w 824"/>
                  <a:gd name="T11" fmla="*/ 0 h 1325"/>
                  <a:gd name="T12" fmla="*/ 0 w 824"/>
                  <a:gd name="T13" fmla="*/ 0 h 1325"/>
                  <a:gd name="T14" fmla="*/ 0 w 824"/>
                  <a:gd name="T15" fmla="*/ 0 h 1325"/>
                  <a:gd name="T16" fmla="*/ 0 w 824"/>
                  <a:gd name="T17" fmla="*/ 0 h 1325"/>
                  <a:gd name="T18" fmla="*/ 0 w 824"/>
                  <a:gd name="T19" fmla="*/ 0 h 1325"/>
                  <a:gd name="T20" fmla="*/ 0 w 824"/>
                  <a:gd name="T21" fmla="*/ 0 h 1325"/>
                  <a:gd name="T22" fmla="*/ 0 w 824"/>
                  <a:gd name="T23" fmla="*/ 0 h 1325"/>
                  <a:gd name="T24" fmla="*/ 0 w 824"/>
                  <a:gd name="T25" fmla="*/ 0 h 1325"/>
                  <a:gd name="T26" fmla="*/ 0 w 824"/>
                  <a:gd name="T27" fmla="*/ 0 h 1325"/>
                  <a:gd name="T28" fmla="*/ 0 w 824"/>
                  <a:gd name="T29" fmla="*/ 0 h 1325"/>
                  <a:gd name="T30" fmla="*/ 0 w 824"/>
                  <a:gd name="T31" fmla="*/ 0 h 1325"/>
                  <a:gd name="T32" fmla="*/ 0 w 824"/>
                  <a:gd name="T33" fmla="*/ 0 h 1325"/>
                  <a:gd name="T34" fmla="*/ 0 w 824"/>
                  <a:gd name="T35" fmla="*/ 0 h 1325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24"/>
                  <a:gd name="T55" fmla="*/ 0 h 1325"/>
                  <a:gd name="T56" fmla="*/ 824 w 824"/>
                  <a:gd name="T57" fmla="*/ 1325 h 1325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24" h="1325">
                    <a:moveTo>
                      <a:pt x="824" y="0"/>
                    </a:moveTo>
                    <a:lnTo>
                      <a:pt x="574" y="155"/>
                    </a:lnTo>
                    <a:lnTo>
                      <a:pt x="484" y="143"/>
                    </a:lnTo>
                    <a:lnTo>
                      <a:pt x="373" y="77"/>
                    </a:lnTo>
                    <a:lnTo>
                      <a:pt x="325" y="309"/>
                    </a:lnTo>
                    <a:lnTo>
                      <a:pt x="433" y="541"/>
                    </a:lnTo>
                    <a:lnTo>
                      <a:pt x="235" y="487"/>
                    </a:lnTo>
                    <a:lnTo>
                      <a:pt x="266" y="635"/>
                    </a:lnTo>
                    <a:lnTo>
                      <a:pt x="221" y="748"/>
                    </a:lnTo>
                    <a:lnTo>
                      <a:pt x="157" y="773"/>
                    </a:lnTo>
                    <a:lnTo>
                      <a:pt x="51" y="980"/>
                    </a:lnTo>
                    <a:lnTo>
                      <a:pt x="0" y="1325"/>
                    </a:lnTo>
                    <a:lnTo>
                      <a:pt x="141" y="967"/>
                    </a:lnTo>
                    <a:lnTo>
                      <a:pt x="373" y="736"/>
                    </a:lnTo>
                    <a:lnTo>
                      <a:pt x="663" y="450"/>
                    </a:lnTo>
                    <a:lnTo>
                      <a:pt x="714" y="284"/>
                    </a:lnTo>
                    <a:lnTo>
                      <a:pt x="703" y="169"/>
                    </a:lnTo>
                    <a:lnTo>
                      <a:pt x="824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6" name="Freeform 43"/>
              <p:cNvSpPr>
                <a:spLocks/>
              </p:cNvSpPr>
              <p:nvPr/>
            </p:nvSpPr>
            <p:spPr bwMode="auto">
              <a:xfrm>
                <a:off x="1103" y="2671"/>
                <a:ext cx="41" cy="37"/>
              </a:xfrm>
              <a:custGeom>
                <a:avLst/>
                <a:gdLst>
                  <a:gd name="T0" fmla="*/ 0 w 738"/>
                  <a:gd name="T1" fmla="*/ 0 h 665"/>
                  <a:gd name="T2" fmla="*/ 0 w 738"/>
                  <a:gd name="T3" fmla="*/ 0 h 665"/>
                  <a:gd name="T4" fmla="*/ 0 w 738"/>
                  <a:gd name="T5" fmla="*/ 0 h 665"/>
                  <a:gd name="T6" fmla="*/ 0 w 738"/>
                  <a:gd name="T7" fmla="*/ 0 h 665"/>
                  <a:gd name="T8" fmla="*/ 0 w 738"/>
                  <a:gd name="T9" fmla="*/ 0 h 665"/>
                  <a:gd name="T10" fmla="*/ 0 w 738"/>
                  <a:gd name="T11" fmla="*/ 0 h 665"/>
                  <a:gd name="T12" fmla="*/ 0 w 738"/>
                  <a:gd name="T13" fmla="*/ 0 h 665"/>
                  <a:gd name="T14" fmla="*/ 0 w 738"/>
                  <a:gd name="T15" fmla="*/ 0 h 66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38"/>
                  <a:gd name="T25" fmla="*/ 0 h 665"/>
                  <a:gd name="T26" fmla="*/ 738 w 738"/>
                  <a:gd name="T27" fmla="*/ 665 h 66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38" h="665">
                    <a:moveTo>
                      <a:pt x="738" y="665"/>
                    </a:moveTo>
                    <a:lnTo>
                      <a:pt x="738" y="552"/>
                    </a:lnTo>
                    <a:lnTo>
                      <a:pt x="333" y="114"/>
                    </a:lnTo>
                    <a:lnTo>
                      <a:pt x="0" y="0"/>
                    </a:lnTo>
                    <a:lnTo>
                      <a:pt x="290" y="178"/>
                    </a:lnTo>
                    <a:lnTo>
                      <a:pt x="349" y="345"/>
                    </a:lnTo>
                    <a:lnTo>
                      <a:pt x="659" y="552"/>
                    </a:lnTo>
                    <a:lnTo>
                      <a:pt x="738" y="66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7" name="Freeform 44"/>
              <p:cNvSpPr>
                <a:spLocks/>
              </p:cNvSpPr>
              <p:nvPr/>
            </p:nvSpPr>
            <p:spPr bwMode="auto">
              <a:xfrm>
                <a:off x="1083" y="2680"/>
                <a:ext cx="69" cy="65"/>
              </a:xfrm>
              <a:custGeom>
                <a:avLst/>
                <a:gdLst>
                  <a:gd name="T0" fmla="*/ 0 w 1247"/>
                  <a:gd name="T1" fmla="*/ 0 h 1183"/>
                  <a:gd name="T2" fmla="*/ 0 w 1247"/>
                  <a:gd name="T3" fmla="*/ 0 h 1183"/>
                  <a:gd name="T4" fmla="*/ 0 w 1247"/>
                  <a:gd name="T5" fmla="*/ 0 h 1183"/>
                  <a:gd name="T6" fmla="*/ 0 w 1247"/>
                  <a:gd name="T7" fmla="*/ 0 h 1183"/>
                  <a:gd name="T8" fmla="*/ 0 w 1247"/>
                  <a:gd name="T9" fmla="*/ 0 h 1183"/>
                  <a:gd name="T10" fmla="*/ 0 w 1247"/>
                  <a:gd name="T11" fmla="*/ 0 h 1183"/>
                  <a:gd name="T12" fmla="*/ 0 w 1247"/>
                  <a:gd name="T13" fmla="*/ 0 h 1183"/>
                  <a:gd name="T14" fmla="*/ 0 w 1247"/>
                  <a:gd name="T15" fmla="*/ 0 h 1183"/>
                  <a:gd name="T16" fmla="*/ 0 w 1247"/>
                  <a:gd name="T17" fmla="*/ 0 h 1183"/>
                  <a:gd name="T18" fmla="*/ 0 w 1247"/>
                  <a:gd name="T19" fmla="*/ 0 h 118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47"/>
                  <a:gd name="T31" fmla="*/ 0 h 1183"/>
                  <a:gd name="T32" fmla="*/ 1247 w 1247"/>
                  <a:gd name="T33" fmla="*/ 1183 h 118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47" h="1183">
                    <a:moveTo>
                      <a:pt x="1247" y="1183"/>
                    </a:moveTo>
                    <a:lnTo>
                      <a:pt x="988" y="774"/>
                    </a:lnTo>
                    <a:lnTo>
                      <a:pt x="0" y="0"/>
                    </a:lnTo>
                    <a:lnTo>
                      <a:pt x="88" y="158"/>
                    </a:lnTo>
                    <a:lnTo>
                      <a:pt x="427" y="492"/>
                    </a:lnTo>
                    <a:lnTo>
                      <a:pt x="466" y="618"/>
                    </a:lnTo>
                    <a:lnTo>
                      <a:pt x="347" y="706"/>
                    </a:lnTo>
                    <a:lnTo>
                      <a:pt x="606" y="838"/>
                    </a:lnTo>
                    <a:lnTo>
                      <a:pt x="957" y="940"/>
                    </a:lnTo>
                    <a:lnTo>
                      <a:pt x="1247" y="118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8" name="Freeform 45"/>
              <p:cNvSpPr>
                <a:spLocks/>
              </p:cNvSpPr>
              <p:nvPr/>
            </p:nvSpPr>
            <p:spPr bwMode="auto">
              <a:xfrm>
                <a:off x="1087" y="2728"/>
                <a:ext cx="76" cy="70"/>
              </a:xfrm>
              <a:custGeom>
                <a:avLst/>
                <a:gdLst>
                  <a:gd name="T0" fmla="*/ 0 w 1378"/>
                  <a:gd name="T1" fmla="*/ 0 h 1260"/>
                  <a:gd name="T2" fmla="*/ 0 w 1378"/>
                  <a:gd name="T3" fmla="*/ 0 h 1260"/>
                  <a:gd name="T4" fmla="*/ 0 w 1378"/>
                  <a:gd name="T5" fmla="*/ 0 h 1260"/>
                  <a:gd name="T6" fmla="*/ 0 w 1378"/>
                  <a:gd name="T7" fmla="*/ 0 h 1260"/>
                  <a:gd name="T8" fmla="*/ 0 w 1378"/>
                  <a:gd name="T9" fmla="*/ 0 h 1260"/>
                  <a:gd name="T10" fmla="*/ 0 w 1378"/>
                  <a:gd name="T11" fmla="*/ 0 h 1260"/>
                  <a:gd name="T12" fmla="*/ 0 w 1378"/>
                  <a:gd name="T13" fmla="*/ 0 h 1260"/>
                  <a:gd name="T14" fmla="*/ 0 w 1378"/>
                  <a:gd name="T15" fmla="*/ 0 h 1260"/>
                  <a:gd name="T16" fmla="*/ 0 w 1378"/>
                  <a:gd name="T17" fmla="*/ 0 h 1260"/>
                  <a:gd name="T18" fmla="*/ 0 w 1378"/>
                  <a:gd name="T19" fmla="*/ 0 h 12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378"/>
                  <a:gd name="T31" fmla="*/ 0 h 1260"/>
                  <a:gd name="T32" fmla="*/ 1378 w 1378"/>
                  <a:gd name="T33" fmla="*/ 1260 h 12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378" h="1260">
                    <a:moveTo>
                      <a:pt x="1378" y="1127"/>
                    </a:moveTo>
                    <a:lnTo>
                      <a:pt x="1208" y="963"/>
                    </a:lnTo>
                    <a:lnTo>
                      <a:pt x="1087" y="1013"/>
                    </a:lnTo>
                    <a:lnTo>
                      <a:pt x="752" y="643"/>
                    </a:lnTo>
                    <a:lnTo>
                      <a:pt x="240" y="333"/>
                    </a:lnTo>
                    <a:lnTo>
                      <a:pt x="0" y="0"/>
                    </a:lnTo>
                    <a:lnTo>
                      <a:pt x="257" y="461"/>
                    </a:lnTo>
                    <a:lnTo>
                      <a:pt x="633" y="857"/>
                    </a:lnTo>
                    <a:lnTo>
                      <a:pt x="1378" y="1260"/>
                    </a:lnTo>
                    <a:lnTo>
                      <a:pt x="1378" y="112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9" name="Freeform 46"/>
              <p:cNvSpPr>
                <a:spLocks/>
              </p:cNvSpPr>
              <p:nvPr/>
            </p:nvSpPr>
            <p:spPr bwMode="auto">
              <a:xfrm>
                <a:off x="1109" y="2738"/>
                <a:ext cx="95" cy="44"/>
              </a:xfrm>
              <a:custGeom>
                <a:avLst/>
                <a:gdLst>
                  <a:gd name="T0" fmla="*/ 0 w 1709"/>
                  <a:gd name="T1" fmla="*/ 0 h 794"/>
                  <a:gd name="T2" fmla="*/ 0 w 1709"/>
                  <a:gd name="T3" fmla="*/ 0 h 794"/>
                  <a:gd name="T4" fmla="*/ 0 w 1709"/>
                  <a:gd name="T5" fmla="*/ 0 h 794"/>
                  <a:gd name="T6" fmla="*/ 0 w 1709"/>
                  <a:gd name="T7" fmla="*/ 0 h 794"/>
                  <a:gd name="T8" fmla="*/ 0 w 1709"/>
                  <a:gd name="T9" fmla="*/ 0 h 794"/>
                  <a:gd name="T10" fmla="*/ 0 w 1709"/>
                  <a:gd name="T11" fmla="*/ 0 h 794"/>
                  <a:gd name="T12" fmla="*/ 0 w 1709"/>
                  <a:gd name="T13" fmla="*/ 0 h 794"/>
                  <a:gd name="T14" fmla="*/ 0 w 1709"/>
                  <a:gd name="T15" fmla="*/ 0 h 794"/>
                  <a:gd name="T16" fmla="*/ 0 w 1709"/>
                  <a:gd name="T17" fmla="*/ 0 h 794"/>
                  <a:gd name="T18" fmla="*/ 0 w 1709"/>
                  <a:gd name="T19" fmla="*/ 0 h 794"/>
                  <a:gd name="T20" fmla="*/ 0 w 1709"/>
                  <a:gd name="T21" fmla="*/ 0 h 794"/>
                  <a:gd name="T22" fmla="*/ 0 w 1709"/>
                  <a:gd name="T23" fmla="*/ 0 h 794"/>
                  <a:gd name="T24" fmla="*/ 0 w 1709"/>
                  <a:gd name="T25" fmla="*/ 0 h 794"/>
                  <a:gd name="T26" fmla="*/ 0 w 1709"/>
                  <a:gd name="T27" fmla="*/ 0 h 794"/>
                  <a:gd name="T28" fmla="*/ 0 w 1709"/>
                  <a:gd name="T29" fmla="*/ 0 h 79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709"/>
                  <a:gd name="T46" fmla="*/ 0 h 794"/>
                  <a:gd name="T47" fmla="*/ 1709 w 1709"/>
                  <a:gd name="T48" fmla="*/ 794 h 79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709" h="794">
                    <a:moveTo>
                      <a:pt x="0" y="0"/>
                    </a:moveTo>
                    <a:lnTo>
                      <a:pt x="810" y="295"/>
                    </a:lnTo>
                    <a:lnTo>
                      <a:pt x="1058" y="330"/>
                    </a:lnTo>
                    <a:lnTo>
                      <a:pt x="1598" y="601"/>
                    </a:lnTo>
                    <a:lnTo>
                      <a:pt x="1481" y="652"/>
                    </a:lnTo>
                    <a:lnTo>
                      <a:pt x="1709" y="794"/>
                    </a:lnTo>
                    <a:lnTo>
                      <a:pt x="1577" y="794"/>
                    </a:lnTo>
                    <a:lnTo>
                      <a:pt x="1078" y="640"/>
                    </a:lnTo>
                    <a:lnTo>
                      <a:pt x="949" y="743"/>
                    </a:lnTo>
                    <a:lnTo>
                      <a:pt x="798" y="446"/>
                    </a:lnTo>
                    <a:lnTo>
                      <a:pt x="720" y="538"/>
                    </a:lnTo>
                    <a:lnTo>
                      <a:pt x="409" y="360"/>
                    </a:lnTo>
                    <a:lnTo>
                      <a:pt x="280" y="188"/>
                    </a:lnTo>
                    <a:lnTo>
                      <a:pt x="31" y="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0" name="Freeform 47"/>
              <p:cNvSpPr>
                <a:spLocks/>
              </p:cNvSpPr>
              <p:nvPr/>
            </p:nvSpPr>
            <p:spPr bwMode="auto">
              <a:xfrm>
                <a:off x="1144" y="2649"/>
                <a:ext cx="18" cy="62"/>
              </a:xfrm>
              <a:custGeom>
                <a:avLst/>
                <a:gdLst>
                  <a:gd name="T0" fmla="*/ 0 w 321"/>
                  <a:gd name="T1" fmla="*/ 0 h 1116"/>
                  <a:gd name="T2" fmla="*/ 0 w 321"/>
                  <a:gd name="T3" fmla="*/ 0 h 1116"/>
                  <a:gd name="T4" fmla="*/ 0 w 321"/>
                  <a:gd name="T5" fmla="*/ 0 h 1116"/>
                  <a:gd name="T6" fmla="*/ 0 w 321"/>
                  <a:gd name="T7" fmla="*/ 0 h 1116"/>
                  <a:gd name="T8" fmla="*/ 0 w 321"/>
                  <a:gd name="T9" fmla="*/ 0 h 1116"/>
                  <a:gd name="T10" fmla="*/ 0 w 321"/>
                  <a:gd name="T11" fmla="*/ 0 h 1116"/>
                  <a:gd name="T12" fmla="*/ 0 w 321"/>
                  <a:gd name="T13" fmla="*/ 0 h 1116"/>
                  <a:gd name="T14" fmla="*/ 0 w 321"/>
                  <a:gd name="T15" fmla="*/ 0 h 1116"/>
                  <a:gd name="T16" fmla="*/ 0 w 321"/>
                  <a:gd name="T17" fmla="*/ 0 h 1116"/>
                  <a:gd name="T18" fmla="*/ 0 w 321"/>
                  <a:gd name="T19" fmla="*/ 0 h 1116"/>
                  <a:gd name="T20" fmla="*/ 0 w 321"/>
                  <a:gd name="T21" fmla="*/ 0 h 111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21"/>
                  <a:gd name="T34" fmla="*/ 0 h 1116"/>
                  <a:gd name="T35" fmla="*/ 321 w 321"/>
                  <a:gd name="T36" fmla="*/ 1116 h 111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21" h="1116">
                    <a:moveTo>
                      <a:pt x="249" y="0"/>
                    </a:moveTo>
                    <a:lnTo>
                      <a:pt x="303" y="89"/>
                    </a:lnTo>
                    <a:lnTo>
                      <a:pt x="303" y="266"/>
                    </a:lnTo>
                    <a:lnTo>
                      <a:pt x="239" y="549"/>
                    </a:lnTo>
                    <a:lnTo>
                      <a:pt x="321" y="744"/>
                    </a:lnTo>
                    <a:lnTo>
                      <a:pt x="170" y="1116"/>
                    </a:lnTo>
                    <a:lnTo>
                      <a:pt x="151" y="976"/>
                    </a:lnTo>
                    <a:lnTo>
                      <a:pt x="83" y="884"/>
                    </a:lnTo>
                    <a:lnTo>
                      <a:pt x="0" y="526"/>
                    </a:lnTo>
                    <a:lnTo>
                      <a:pt x="233" y="204"/>
                    </a:lnTo>
                    <a:lnTo>
                      <a:pt x="24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1" name="Freeform 48"/>
              <p:cNvSpPr>
                <a:spLocks/>
              </p:cNvSpPr>
              <p:nvPr/>
            </p:nvSpPr>
            <p:spPr bwMode="auto">
              <a:xfrm>
                <a:off x="961" y="2681"/>
                <a:ext cx="351" cy="284"/>
              </a:xfrm>
              <a:custGeom>
                <a:avLst/>
                <a:gdLst>
                  <a:gd name="T0" fmla="*/ 0 w 6327"/>
                  <a:gd name="T1" fmla="*/ 0 h 5107"/>
                  <a:gd name="T2" fmla="*/ 0 w 6327"/>
                  <a:gd name="T3" fmla="*/ 0 h 5107"/>
                  <a:gd name="T4" fmla="*/ 0 w 6327"/>
                  <a:gd name="T5" fmla="*/ 0 h 5107"/>
                  <a:gd name="T6" fmla="*/ 0 w 6327"/>
                  <a:gd name="T7" fmla="*/ 0 h 5107"/>
                  <a:gd name="T8" fmla="*/ 0 w 6327"/>
                  <a:gd name="T9" fmla="*/ 0 h 5107"/>
                  <a:gd name="T10" fmla="*/ 0 w 6327"/>
                  <a:gd name="T11" fmla="*/ 0 h 5107"/>
                  <a:gd name="T12" fmla="*/ 0 w 6327"/>
                  <a:gd name="T13" fmla="*/ 0 h 5107"/>
                  <a:gd name="T14" fmla="*/ 0 w 6327"/>
                  <a:gd name="T15" fmla="*/ 0 h 5107"/>
                  <a:gd name="T16" fmla="*/ 0 w 6327"/>
                  <a:gd name="T17" fmla="*/ 0 h 5107"/>
                  <a:gd name="T18" fmla="*/ 0 w 6327"/>
                  <a:gd name="T19" fmla="*/ 0 h 5107"/>
                  <a:gd name="T20" fmla="*/ 0 w 6327"/>
                  <a:gd name="T21" fmla="*/ 0 h 5107"/>
                  <a:gd name="T22" fmla="*/ 0 w 6327"/>
                  <a:gd name="T23" fmla="*/ 0 h 5107"/>
                  <a:gd name="T24" fmla="*/ 0 w 6327"/>
                  <a:gd name="T25" fmla="*/ 0 h 5107"/>
                  <a:gd name="T26" fmla="*/ 0 w 6327"/>
                  <a:gd name="T27" fmla="*/ 0 h 5107"/>
                  <a:gd name="T28" fmla="*/ 0 w 6327"/>
                  <a:gd name="T29" fmla="*/ 0 h 5107"/>
                  <a:gd name="T30" fmla="*/ 0 w 6327"/>
                  <a:gd name="T31" fmla="*/ 0 h 5107"/>
                  <a:gd name="T32" fmla="*/ 0 w 6327"/>
                  <a:gd name="T33" fmla="*/ 0 h 5107"/>
                  <a:gd name="T34" fmla="*/ 0 w 6327"/>
                  <a:gd name="T35" fmla="*/ 0 h 5107"/>
                  <a:gd name="T36" fmla="*/ 0 w 6327"/>
                  <a:gd name="T37" fmla="*/ 0 h 5107"/>
                  <a:gd name="T38" fmla="*/ 0 w 6327"/>
                  <a:gd name="T39" fmla="*/ 0 h 5107"/>
                  <a:gd name="T40" fmla="*/ 0 w 6327"/>
                  <a:gd name="T41" fmla="*/ 0 h 5107"/>
                  <a:gd name="T42" fmla="*/ 0 w 6327"/>
                  <a:gd name="T43" fmla="*/ 0 h 5107"/>
                  <a:gd name="T44" fmla="*/ 0 w 6327"/>
                  <a:gd name="T45" fmla="*/ 0 h 5107"/>
                  <a:gd name="T46" fmla="*/ 0 w 6327"/>
                  <a:gd name="T47" fmla="*/ 0 h 5107"/>
                  <a:gd name="T48" fmla="*/ 0 w 6327"/>
                  <a:gd name="T49" fmla="*/ 0 h 5107"/>
                  <a:gd name="T50" fmla="*/ 0 w 6327"/>
                  <a:gd name="T51" fmla="*/ 0 h 5107"/>
                  <a:gd name="T52" fmla="*/ 0 w 6327"/>
                  <a:gd name="T53" fmla="*/ 0 h 5107"/>
                  <a:gd name="T54" fmla="*/ 0 w 6327"/>
                  <a:gd name="T55" fmla="*/ 0 h 5107"/>
                  <a:gd name="T56" fmla="*/ 0 w 6327"/>
                  <a:gd name="T57" fmla="*/ 0 h 5107"/>
                  <a:gd name="T58" fmla="*/ 0 w 6327"/>
                  <a:gd name="T59" fmla="*/ 0 h 5107"/>
                  <a:gd name="T60" fmla="*/ 0 w 6327"/>
                  <a:gd name="T61" fmla="*/ 0 h 5107"/>
                  <a:gd name="T62" fmla="*/ 0 w 6327"/>
                  <a:gd name="T63" fmla="*/ 0 h 5107"/>
                  <a:gd name="T64" fmla="*/ 0 w 6327"/>
                  <a:gd name="T65" fmla="*/ 0 h 5107"/>
                  <a:gd name="T66" fmla="*/ 0 w 6327"/>
                  <a:gd name="T67" fmla="*/ 0 h 5107"/>
                  <a:gd name="T68" fmla="*/ 0 w 6327"/>
                  <a:gd name="T69" fmla="*/ 0 h 5107"/>
                  <a:gd name="T70" fmla="*/ 0 w 6327"/>
                  <a:gd name="T71" fmla="*/ 0 h 5107"/>
                  <a:gd name="T72" fmla="*/ 0 w 6327"/>
                  <a:gd name="T73" fmla="*/ 0 h 5107"/>
                  <a:gd name="T74" fmla="*/ 0 w 6327"/>
                  <a:gd name="T75" fmla="*/ 0 h 5107"/>
                  <a:gd name="T76" fmla="*/ 0 w 6327"/>
                  <a:gd name="T77" fmla="*/ 0 h 5107"/>
                  <a:gd name="T78" fmla="*/ 0 w 6327"/>
                  <a:gd name="T79" fmla="*/ 0 h 5107"/>
                  <a:gd name="T80" fmla="*/ 0 w 6327"/>
                  <a:gd name="T81" fmla="*/ 0 h 510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6327"/>
                  <a:gd name="T124" fmla="*/ 0 h 5107"/>
                  <a:gd name="T125" fmla="*/ 6327 w 6327"/>
                  <a:gd name="T126" fmla="*/ 5107 h 510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6327" h="5107">
                    <a:moveTo>
                      <a:pt x="6327" y="3485"/>
                    </a:moveTo>
                    <a:lnTo>
                      <a:pt x="5506" y="3914"/>
                    </a:lnTo>
                    <a:lnTo>
                      <a:pt x="4543" y="4048"/>
                    </a:lnTo>
                    <a:lnTo>
                      <a:pt x="3642" y="4647"/>
                    </a:lnTo>
                    <a:lnTo>
                      <a:pt x="3333" y="4647"/>
                    </a:lnTo>
                    <a:lnTo>
                      <a:pt x="2989" y="5040"/>
                    </a:lnTo>
                    <a:lnTo>
                      <a:pt x="2748" y="5107"/>
                    </a:lnTo>
                    <a:lnTo>
                      <a:pt x="2954" y="4854"/>
                    </a:lnTo>
                    <a:lnTo>
                      <a:pt x="2830" y="4444"/>
                    </a:lnTo>
                    <a:lnTo>
                      <a:pt x="2367" y="4647"/>
                    </a:lnTo>
                    <a:lnTo>
                      <a:pt x="2178" y="4867"/>
                    </a:lnTo>
                    <a:lnTo>
                      <a:pt x="2377" y="4425"/>
                    </a:lnTo>
                    <a:lnTo>
                      <a:pt x="2110" y="4425"/>
                    </a:lnTo>
                    <a:lnTo>
                      <a:pt x="1605" y="4596"/>
                    </a:lnTo>
                    <a:lnTo>
                      <a:pt x="2020" y="4271"/>
                    </a:lnTo>
                    <a:lnTo>
                      <a:pt x="2427" y="4169"/>
                    </a:lnTo>
                    <a:lnTo>
                      <a:pt x="2309" y="4081"/>
                    </a:lnTo>
                    <a:lnTo>
                      <a:pt x="2087" y="4032"/>
                    </a:lnTo>
                    <a:lnTo>
                      <a:pt x="2020" y="3809"/>
                    </a:lnTo>
                    <a:lnTo>
                      <a:pt x="1763" y="3635"/>
                    </a:lnTo>
                    <a:lnTo>
                      <a:pt x="1872" y="3570"/>
                    </a:lnTo>
                    <a:lnTo>
                      <a:pt x="2020" y="3553"/>
                    </a:lnTo>
                    <a:lnTo>
                      <a:pt x="2192" y="3366"/>
                    </a:lnTo>
                    <a:lnTo>
                      <a:pt x="2272" y="3060"/>
                    </a:lnTo>
                    <a:lnTo>
                      <a:pt x="2096" y="3060"/>
                    </a:lnTo>
                    <a:lnTo>
                      <a:pt x="1791" y="3294"/>
                    </a:lnTo>
                    <a:lnTo>
                      <a:pt x="1472" y="3294"/>
                    </a:lnTo>
                    <a:lnTo>
                      <a:pt x="1377" y="3503"/>
                    </a:lnTo>
                    <a:lnTo>
                      <a:pt x="1338" y="3503"/>
                    </a:lnTo>
                    <a:lnTo>
                      <a:pt x="1286" y="3349"/>
                    </a:lnTo>
                    <a:lnTo>
                      <a:pt x="913" y="3979"/>
                    </a:lnTo>
                    <a:lnTo>
                      <a:pt x="1114" y="3431"/>
                    </a:lnTo>
                    <a:lnTo>
                      <a:pt x="1032" y="3366"/>
                    </a:lnTo>
                    <a:lnTo>
                      <a:pt x="885" y="3397"/>
                    </a:lnTo>
                    <a:lnTo>
                      <a:pt x="531" y="3961"/>
                    </a:lnTo>
                    <a:lnTo>
                      <a:pt x="303" y="4081"/>
                    </a:lnTo>
                    <a:lnTo>
                      <a:pt x="806" y="3382"/>
                    </a:lnTo>
                    <a:lnTo>
                      <a:pt x="834" y="3280"/>
                    </a:lnTo>
                    <a:lnTo>
                      <a:pt x="0" y="4017"/>
                    </a:lnTo>
                    <a:lnTo>
                      <a:pt x="141" y="3590"/>
                    </a:lnTo>
                    <a:lnTo>
                      <a:pt x="791" y="3128"/>
                    </a:lnTo>
                    <a:lnTo>
                      <a:pt x="474" y="3091"/>
                    </a:lnTo>
                    <a:lnTo>
                      <a:pt x="806" y="3006"/>
                    </a:lnTo>
                    <a:lnTo>
                      <a:pt x="1061" y="2836"/>
                    </a:lnTo>
                    <a:lnTo>
                      <a:pt x="1073" y="2988"/>
                    </a:lnTo>
                    <a:lnTo>
                      <a:pt x="1315" y="2750"/>
                    </a:lnTo>
                    <a:lnTo>
                      <a:pt x="1621" y="2732"/>
                    </a:lnTo>
                    <a:lnTo>
                      <a:pt x="1712" y="2644"/>
                    </a:lnTo>
                    <a:lnTo>
                      <a:pt x="1712" y="2409"/>
                    </a:lnTo>
                    <a:lnTo>
                      <a:pt x="2578" y="2887"/>
                    </a:lnTo>
                    <a:lnTo>
                      <a:pt x="2761" y="2869"/>
                    </a:lnTo>
                    <a:lnTo>
                      <a:pt x="2775" y="2732"/>
                    </a:lnTo>
                    <a:lnTo>
                      <a:pt x="2578" y="2511"/>
                    </a:lnTo>
                    <a:lnTo>
                      <a:pt x="2392" y="2580"/>
                    </a:lnTo>
                    <a:lnTo>
                      <a:pt x="2215" y="2151"/>
                    </a:lnTo>
                    <a:lnTo>
                      <a:pt x="1832" y="1879"/>
                    </a:lnTo>
                    <a:lnTo>
                      <a:pt x="1979" y="1795"/>
                    </a:lnTo>
                    <a:lnTo>
                      <a:pt x="1621" y="1405"/>
                    </a:lnTo>
                    <a:lnTo>
                      <a:pt x="1486" y="1415"/>
                    </a:lnTo>
                    <a:lnTo>
                      <a:pt x="1408" y="1570"/>
                    </a:lnTo>
                    <a:lnTo>
                      <a:pt x="1180" y="648"/>
                    </a:lnTo>
                    <a:lnTo>
                      <a:pt x="1897" y="1432"/>
                    </a:lnTo>
                    <a:lnTo>
                      <a:pt x="1582" y="871"/>
                    </a:lnTo>
                    <a:lnTo>
                      <a:pt x="1408" y="0"/>
                    </a:lnTo>
                    <a:lnTo>
                      <a:pt x="1699" y="888"/>
                    </a:lnTo>
                    <a:lnTo>
                      <a:pt x="2897" y="2304"/>
                    </a:lnTo>
                    <a:lnTo>
                      <a:pt x="2724" y="2304"/>
                    </a:lnTo>
                    <a:lnTo>
                      <a:pt x="3016" y="2617"/>
                    </a:lnTo>
                    <a:lnTo>
                      <a:pt x="3363" y="2668"/>
                    </a:lnTo>
                    <a:lnTo>
                      <a:pt x="3467" y="2732"/>
                    </a:lnTo>
                    <a:lnTo>
                      <a:pt x="3416" y="2939"/>
                    </a:lnTo>
                    <a:lnTo>
                      <a:pt x="3562" y="2988"/>
                    </a:lnTo>
                    <a:lnTo>
                      <a:pt x="3627" y="3263"/>
                    </a:lnTo>
                    <a:lnTo>
                      <a:pt x="3775" y="3431"/>
                    </a:lnTo>
                    <a:lnTo>
                      <a:pt x="3268" y="3245"/>
                    </a:lnTo>
                    <a:lnTo>
                      <a:pt x="3204" y="3725"/>
                    </a:lnTo>
                    <a:lnTo>
                      <a:pt x="3627" y="3809"/>
                    </a:lnTo>
                    <a:lnTo>
                      <a:pt x="4161" y="3623"/>
                    </a:lnTo>
                    <a:lnTo>
                      <a:pt x="3895" y="3518"/>
                    </a:lnTo>
                    <a:lnTo>
                      <a:pt x="4907" y="3707"/>
                    </a:lnTo>
                    <a:lnTo>
                      <a:pt x="6114" y="3417"/>
                    </a:lnTo>
                    <a:lnTo>
                      <a:pt x="6089" y="3518"/>
                    </a:lnTo>
                    <a:lnTo>
                      <a:pt x="6327" y="348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2" name="Freeform 49"/>
              <p:cNvSpPr>
                <a:spLocks/>
              </p:cNvSpPr>
              <p:nvPr/>
            </p:nvSpPr>
            <p:spPr bwMode="auto">
              <a:xfrm>
                <a:off x="998" y="2732"/>
                <a:ext cx="47" cy="81"/>
              </a:xfrm>
              <a:custGeom>
                <a:avLst/>
                <a:gdLst>
                  <a:gd name="T0" fmla="*/ 0 w 840"/>
                  <a:gd name="T1" fmla="*/ 0 h 1468"/>
                  <a:gd name="T2" fmla="*/ 0 w 840"/>
                  <a:gd name="T3" fmla="*/ 0 h 1468"/>
                  <a:gd name="T4" fmla="*/ 0 w 840"/>
                  <a:gd name="T5" fmla="*/ 0 h 1468"/>
                  <a:gd name="T6" fmla="*/ 0 w 840"/>
                  <a:gd name="T7" fmla="*/ 0 h 1468"/>
                  <a:gd name="T8" fmla="*/ 0 w 840"/>
                  <a:gd name="T9" fmla="*/ 0 h 1468"/>
                  <a:gd name="T10" fmla="*/ 0 w 840"/>
                  <a:gd name="T11" fmla="*/ 0 h 1468"/>
                  <a:gd name="T12" fmla="*/ 0 w 840"/>
                  <a:gd name="T13" fmla="*/ 0 h 1468"/>
                  <a:gd name="T14" fmla="*/ 0 w 840"/>
                  <a:gd name="T15" fmla="*/ 0 h 1468"/>
                  <a:gd name="T16" fmla="*/ 0 w 840"/>
                  <a:gd name="T17" fmla="*/ 0 h 1468"/>
                  <a:gd name="T18" fmla="*/ 0 w 840"/>
                  <a:gd name="T19" fmla="*/ 0 h 1468"/>
                  <a:gd name="T20" fmla="*/ 0 w 840"/>
                  <a:gd name="T21" fmla="*/ 0 h 1468"/>
                  <a:gd name="T22" fmla="*/ 0 w 840"/>
                  <a:gd name="T23" fmla="*/ 0 h 146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840"/>
                  <a:gd name="T37" fmla="*/ 0 h 1468"/>
                  <a:gd name="T38" fmla="*/ 840 w 840"/>
                  <a:gd name="T39" fmla="*/ 1468 h 146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840" h="1468">
                    <a:moveTo>
                      <a:pt x="253" y="0"/>
                    </a:moveTo>
                    <a:lnTo>
                      <a:pt x="721" y="1025"/>
                    </a:lnTo>
                    <a:lnTo>
                      <a:pt x="589" y="920"/>
                    </a:lnTo>
                    <a:lnTo>
                      <a:pt x="589" y="1059"/>
                    </a:lnTo>
                    <a:lnTo>
                      <a:pt x="840" y="1382"/>
                    </a:lnTo>
                    <a:lnTo>
                      <a:pt x="324" y="1175"/>
                    </a:lnTo>
                    <a:lnTo>
                      <a:pt x="0" y="1468"/>
                    </a:lnTo>
                    <a:lnTo>
                      <a:pt x="214" y="936"/>
                    </a:lnTo>
                    <a:lnTo>
                      <a:pt x="374" y="766"/>
                    </a:lnTo>
                    <a:lnTo>
                      <a:pt x="390" y="562"/>
                    </a:lnTo>
                    <a:lnTo>
                      <a:pt x="269" y="304"/>
                    </a:lnTo>
                    <a:lnTo>
                      <a:pt x="25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3" name="Freeform 50"/>
              <p:cNvSpPr>
                <a:spLocks/>
              </p:cNvSpPr>
              <p:nvPr/>
            </p:nvSpPr>
            <p:spPr bwMode="auto">
              <a:xfrm>
                <a:off x="975" y="2825"/>
                <a:ext cx="47" cy="20"/>
              </a:xfrm>
              <a:custGeom>
                <a:avLst/>
                <a:gdLst>
                  <a:gd name="T0" fmla="*/ 0 w 853"/>
                  <a:gd name="T1" fmla="*/ 0 h 359"/>
                  <a:gd name="T2" fmla="*/ 0 w 853"/>
                  <a:gd name="T3" fmla="*/ 0 h 359"/>
                  <a:gd name="T4" fmla="*/ 0 w 853"/>
                  <a:gd name="T5" fmla="*/ 0 h 359"/>
                  <a:gd name="T6" fmla="*/ 0 w 853"/>
                  <a:gd name="T7" fmla="*/ 0 h 359"/>
                  <a:gd name="T8" fmla="*/ 0 w 853"/>
                  <a:gd name="T9" fmla="*/ 0 h 359"/>
                  <a:gd name="T10" fmla="*/ 0 w 853"/>
                  <a:gd name="T11" fmla="*/ 0 h 359"/>
                  <a:gd name="T12" fmla="*/ 0 w 853"/>
                  <a:gd name="T13" fmla="*/ 0 h 35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53"/>
                  <a:gd name="T22" fmla="*/ 0 h 359"/>
                  <a:gd name="T23" fmla="*/ 853 w 853"/>
                  <a:gd name="T24" fmla="*/ 359 h 359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53" h="359">
                    <a:moveTo>
                      <a:pt x="853" y="102"/>
                    </a:moveTo>
                    <a:lnTo>
                      <a:pt x="493" y="0"/>
                    </a:lnTo>
                    <a:lnTo>
                      <a:pt x="346" y="0"/>
                    </a:lnTo>
                    <a:lnTo>
                      <a:pt x="54" y="170"/>
                    </a:lnTo>
                    <a:lnTo>
                      <a:pt x="0" y="359"/>
                    </a:lnTo>
                    <a:lnTo>
                      <a:pt x="438" y="102"/>
                    </a:lnTo>
                    <a:lnTo>
                      <a:pt x="853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4" name="Freeform 51"/>
              <p:cNvSpPr>
                <a:spLocks/>
              </p:cNvSpPr>
              <p:nvPr/>
            </p:nvSpPr>
            <p:spPr bwMode="auto">
              <a:xfrm>
                <a:off x="1155" y="2717"/>
                <a:ext cx="103" cy="41"/>
              </a:xfrm>
              <a:custGeom>
                <a:avLst/>
                <a:gdLst>
                  <a:gd name="T0" fmla="*/ 0 w 1852"/>
                  <a:gd name="T1" fmla="*/ 0 h 751"/>
                  <a:gd name="T2" fmla="*/ 0 w 1852"/>
                  <a:gd name="T3" fmla="*/ 0 h 751"/>
                  <a:gd name="T4" fmla="*/ 0 w 1852"/>
                  <a:gd name="T5" fmla="*/ 0 h 751"/>
                  <a:gd name="T6" fmla="*/ 0 w 1852"/>
                  <a:gd name="T7" fmla="*/ 0 h 751"/>
                  <a:gd name="T8" fmla="*/ 0 w 1852"/>
                  <a:gd name="T9" fmla="*/ 0 h 751"/>
                  <a:gd name="T10" fmla="*/ 0 w 1852"/>
                  <a:gd name="T11" fmla="*/ 0 h 751"/>
                  <a:gd name="T12" fmla="*/ 0 w 1852"/>
                  <a:gd name="T13" fmla="*/ 0 h 751"/>
                  <a:gd name="T14" fmla="*/ 0 w 1852"/>
                  <a:gd name="T15" fmla="*/ 0 h 751"/>
                  <a:gd name="T16" fmla="*/ 0 w 1852"/>
                  <a:gd name="T17" fmla="*/ 0 h 751"/>
                  <a:gd name="T18" fmla="*/ 0 w 1852"/>
                  <a:gd name="T19" fmla="*/ 0 h 751"/>
                  <a:gd name="T20" fmla="*/ 0 w 1852"/>
                  <a:gd name="T21" fmla="*/ 0 h 751"/>
                  <a:gd name="T22" fmla="*/ 0 w 1852"/>
                  <a:gd name="T23" fmla="*/ 0 h 751"/>
                  <a:gd name="T24" fmla="*/ 0 w 1852"/>
                  <a:gd name="T25" fmla="*/ 0 h 751"/>
                  <a:gd name="T26" fmla="*/ 0 w 1852"/>
                  <a:gd name="T27" fmla="*/ 0 h 751"/>
                  <a:gd name="T28" fmla="*/ 0 w 1852"/>
                  <a:gd name="T29" fmla="*/ 0 h 751"/>
                  <a:gd name="T30" fmla="*/ 0 w 1852"/>
                  <a:gd name="T31" fmla="*/ 0 h 751"/>
                  <a:gd name="T32" fmla="*/ 0 w 1852"/>
                  <a:gd name="T33" fmla="*/ 0 h 751"/>
                  <a:gd name="T34" fmla="*/ 0 w 1852"/>
                  <a:gd name="T35" fmla="*/ 0 h 751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852"/>
                  <a:gd name="T55" fmla="*/ 0 h 751"/>
                  <a:gd name="T56" fmla="*/ 1852 w 1852"/>
                  <a:gd name="T57" fmla="*/ 751 h 751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852" h="751">
                    <a:moveTo>
                      <a:pt x="0" y="35"/>
                    </a:moveTo>
                    <a:lnTo>
                      <a:pt x="0" y="289"/>
                    </a:lnTo>
                    <a:lnTo>
                      <a:pt x="162" y="391"/>
                    </a:lnTo>
                    <a:lnTo>
                      <a:pt x="162" y="579"/>
                    </a:lnTo>
                    <a:lnTo>
                      <a:pt x="573" y="751"/>
                    </a:lnTo>
                    <a:lnTo>
                      <a:pt x="986" y="751"/>
                    </a:lnTo>
                    <a:lnTo>
                      <a:pt x="1852" y="391"/>
                    </a:lnTo>
                    <a:lnTo>
                      <a:pt x="1837" y="189"/>
                    </a:lnTo>
                    <a:lnTo>
                      <a:pt x="1640" y="0"/>
                    </a:lnTo>
                    <a:lnTo>
                      <a:pt x="1556" y="189"/>
                    </a:lnTo>
                    <a:lnTo>
                      <a:pt x="1399" y="0"/>
                    </a:lnTo>
                    <a:lnTo>
                      <a:pt x="733" y="82"/>
                    </a:lnTo>
                    <a:lnTo>
                      <a:pt x="561" y="238"/>
                    </a:lnTo>
                    <a:lnTo>
                      <a:pt x="360" y="119"/>
                    </a:lnTo>
                    <a:lnTo>
                      <a:pt x="281" y="119"/>
                    </a:lnTo>
                    <a:lnTo>
                      <a:pt x="199" y="205"/>
                    </a:lnTo>
                    <a:lnTo>
                      <a:pt x="82" y="205"/>
                    </a:lnTo>
                    <a:lnTo>
                      <a:pt x="0" y="3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5" name="Freeform 52"/>
              <p:cNvSpPr>
                <a:spLocks/>
              </p:cNvSpPr>
              <p:nvPr/>
            </p:nvSpPr>
            <p:spPr bwMode="auto">
              <a:xfrm>
                <a:off x="1173" y="2781"/>
                <a:ext cx="42" cy="73"/>
              </a:xfrm>
              <a:custGeom>
                <a:avLst/>
                <a:gdLst>
                  <a:gd name="T0" fmla="*/ 0 w 750"/>
                  <a:gd name="T1" fmla="*/ 0 h 1313"/>
                  <a:gd name="T2" fmla="*/ 0 w 750"/>
                  <a:gd name="T3" fmla="*/ 0 h 1313"/>
                  <a:gd name="T4" fmla="*/ 0 w 750"/>
                  <a:gd name="T5" fmla="*/ 0 h 1313"/>
                  <a:gd name="T6" fmla="*/ 0 w 750"/>
                  <a:gd name="T7" fmla="*/ 0 h 1313"/>
                  <a:gd name="T8" fmla="*/ 0 w 750"/>
                  <a:gd name="T9" fmla="*/ 0 h 1313"/>
                  <a:gd name="T10" fmla="*/ 0 w 750"/>
                  <a:gd name="T11" fmla="*/ 0 h 1313"/>
                  <a:gd name="T12" fmla="*/ 0 w 750"/>
                  <a:gd name="T13" fmla="*/ 0 h 1313"/>
                  <a:gd name="T14" fmla="*/ 0 w 750"/>
                  <a:gd name="T15" fmla="*/ 0 h 1313"/>
                  <a:gd name="T16" fmla="*/ 0 w 750"/>
                  <a:gd name="T17" fmla="*/ 0 h 1313"/>
                  <a:gd name="T18" fmla="*/ 0 w 750"/>
                  <a:gd name="T19" fmla="*/ 0 h 131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50"/>
                  <a:gd name="T31" fmla="*/ 0 h 1313"/>
                  <a:gd name="T32" fmla="*/ 750 w 750"/>
                  <a:gd name="T33" fmla="*/ 1313 h 131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50" h="1313">
                    <a:moveTo>
                      <a:pt x="695" y="0"/>
                    </a:moveTo>
                    <a:lnTo>
                      <a:pt x="695" y="239"/>
                    </a:lnTo>
                    <a:lnTo>
                      <a:pt x="97" y="955"/>
                    </a:lnTo>
                    <a:lnTo>
                      <a:pt x="0" y="1313"/>
                    </a:lnTo>
                    <a:lnTo>
                      <a:pt x="188" y="1125"/>
                    </a:lnTo>
                    <a:lnTo>
                      <a:pt x="335" y="801"/>
                    </a:lnTo>
                    <a:lnTo>
                      <a:pt x="507" y="748"/>
                    </a:lnTo>
                    <a:lnTo>
                      <a:pt x="750" y="288"/>
                    </a:lnTo>
                    <a:lnTo>
                      <a:pt x="750" y="172"/>
                    </a:lnTo>
                    <a:lnTo>
                      <a:pt x="69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6" name="Freeform 53"/>
              <p:cNvSpPr>
                <a:spLocks/>
              </p:cNvSpPr>
              <p:nvPr/>
            </p:nvSpPr>
            <p:spPr bwMode="auto">
              <a:xfrm>
                <a:off x="958" y="2755"/>
                <a:ext cx="37" cy="135"/>
              </a:xfrm>
              <a:custGeom>
                <a:avLst/>
                <a:gdLst>
                  <a:gd name="T0" fmla="*/ 0 w 655"/>
                  <a:gd name="T1" fmla="*/ 0 h 2441"/>
                  <a:gd name="T2" fmla="*/ 0 w 655"/>
                  <a:gd name="T3" fmla="*/ 0 h 2441"/>
                  <a:gd name="T4" fmla="*/ 0 w 655"/>
                  <a:gd name="T5" fmla="*/ 0 h 2441"/>
                  <a:gd name="T6" fmla="*/ 0 w 655"/>
                  <a:gd name="T7" fmla="*/ 0 h 2441"/>
                  <a:gd name="T8" fmla="*/ 0 w 655"/>
                  <a:gd name="T9" fmla="*/ 0 h 2441"/>
                  <a:gd name="T10" fmla="*/ 0 w 655"/>
                  <a:gd name="T11" fmla="*/ 0 h 2441"/>
                  <a:gd name="T12" fmla="*/ 0 w 655"/>
                  <a:gd name="T13" fmla="*/ 0 h 2441"/>
                  <a:gd name="T14" fmla="*/ 0 w 655"/>
                  <a:gd name="T15" fmla="*/ 0 h 2441"/>
                  <a:gd name="T16" fmla="*/ 0 w 655"/>
                  <a:gd name="T17" fmla="*/ 0 h 244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5"/>
                  <a:gd name="T28" fmla="*/ 0 h 2441"/>
                  <a:gd name="T29" fmla="*/ 655 w 655"/>
                  <a:gd name="T30" fmla="*/ 2441 h 244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5" h="2441">
                    <a:moveTo>
                      <a:pt x="0" y="51"/>
                    </a:moveTo>
                    <a:lnTo>
                      <a:pt x="0" y="2441"/>
                    </a:lnTo>
                    <a:lnTo>
                      <a:pt x="158" y="1875"/>
                    </a:lnTo>
                    <a:lnTo>
                      <a:pt x="293" y="1178"/>
                    </a:lnTo>
                    <a:lnTo>
                      <a:pt x="491" y="799"/>
                    </a:lnTo>
                    <a:lnTo>
                      <a:pt x="655" y="0"/>
                    </a:lnTo>
                    <a:lnTo>
                      <a:pt x="454" y="597"/>
                    </a:lnTo>
                    <a:lnTo>
                      <a:pt x="265" y="579"/>
                    </a:lnTo>
                    <a:lnTo>
                      <a:pt x="0" y="5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7" name="Freeform 54"/>
              <p:cNvSpPr>
                <a:spLocks/>
              </p:cNvSpPr>
              <p:nvPr/>
            </p:nvSpPr>
            <p:spPr bwMode="auto">
              <a:xfrm>
                <a:off x="1214" y="2795"/>
                <a:ext cx="10" cy="22"/>
              </a:xfrm>
              <a:custGeom>
                <a:avLst/>
                <a:gdLst>
                  <a:gd name="T0" fmla="*/ 0 w 184"/>
                  <a:gd name="T1" fmla="*/ 0 h 392"/>
                  <a:gd name="T2" fmla="*/ 0 w 184"/>
                  <a:gd name="T3" fmla="*/ 0 h 392"/>
                  <a:gd name="T4" fmla="*/ 0 w 184"/>
                  <a:gd name="T5" fmla="*/ 0 h 392"/>
                  <a:gd name="T6" fmla="*/ 0 w 184"/>
                  <a:gd name="T7" fmla="*/ 0 h 392"/>
                  <a:gd name="T8" fmla="*/ 0 w 184"/>
                  <a:gd name="T9" fmla="*/ 0 h 392"/>
                  <a:gd name="T10" fmla="*/ 0 w 184"/>
                  <a:gd name="T11" fmla="*/ 0 h 39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84"/>
                  <a:gd name="T19" fmla="*/ 0 h 392"/>
                  <a:gd name="T20" fmla="*/ 184 w 184"/>
                  <a:gd name="T21" fmla="*/ 392 h 39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84" h="392">
                    <a:moveTo>
                      <a:pt x="18" y="17"/>
                    </a:moveTo>
                    <a:lnTo>
                      <a:pt x="18" y="392"/>
                    </a:lnTo>
                    <a:lnTo>
                      <a:pt x="184" y="207"/>
                    </a:lnTo>
                    <a:lnTo>
                      <a:pt x="135" y="33"/>
                    </a:lnTo>
                    <a:lnTo>
                      <a:pt x="0" y="0"/>
                    </a:lnTo>
                    <a:lnTo>
                      <a:pt x="18" y="1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8" name="Freeform 55"/>
              <p:cNvSpPr>
                <a:spLocks/>
              </p:cNvSpPr>
              <p:nvPr/>
            </p:nvSpPr>
            <p:spPr bwMode="auto">
              <a:xfrm>
                <a:off x="999" y="2892"/>
                <a:ext cx="68" cy="48"/>
              </a:xfrm>
              <a:custGeom>
                <a:avLst/>
                <a:gdLst>
                  <a:gd name="T0" fmla="*/ 0 w 1226"/>
                  <a:gd name="T1" fmla="*/ 0 h 856"/>
                  <a:gd name="T2" fmla="*/ 0 w 1226"/>
                  <a:gd name="T3" fmla="*/ 0 h 856"/>
                  <a:gd name="T4" fmla="*/ 0 w 1226"/>
                  <a:gd name="T5" fmla="*/ 0 h 856"/>
                  <a:gd name="T6" fmla="*/ 0 w 1226"/>
                  <a:gd name="T7" fmla="*/ 0 h 856"/>
                  <a:gd name="T8" fmla="*/ 0 w 1226"/>
                  <a:gd name="T9" fmla="*/ 0 h 856"/>
                  <a:gd name="T10" fmla="*/ 0 w 1226"/>
                  <a:gd name="T11" fmla="*/ 0 h 856"/>
                  <a:gd name="T12" fmla="*/ 0 w 1226"/>
                  <a:gd name="T13" fmla="*/ 0 h 856"/>
                  <a:gd name="T14" fmla="*/ 0 w 1226"/>
                  <a:gd name="T15" fmla="*/ 0 h 8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226"/>
                  <a:gd name="T25" fmla="*/ 0 h 856"/>
                  <a:gd name="T26" fmla="*/ 1226 w 1226"/>
                  <a:gd name="T27" fmla="*/ 856 h 85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226" h="856">
                    <a:moveTo>
                      <a:pt x="1226" y="276"/>
                    </a:moveTo>
                    <a:lnTo>
                      <a:pt x="1226" y="123"/>
                    </a:lnTo>
                    <a:lnTo>
                      <a:pt x="1039" y="0"/>
                    </a:lnTo>
                    <a:lnTo>
                      <a:pt x="482" y="341"/>
                    </a:lnTo>
                    <a:lnTo>
                      <a:pt x="374" y="579"/>
                    </a:lnTo>
                    <a:lnTo>
                      <a:pt x="0" y="856"/>
                    </a:lnTo>
                    <a:lnTo>
                      <a:pt x="280" y="856"/>
                    </a:lnTo>
                    <a:lnTo>
                      <a:pt x="1226" y="27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9" name="Freeform 56"/>
              <p:cNvSpPr>
                <a:spLocks/>
              </p:cNvSpPr>
              <p:nvPr/>
            </p:nvSpPr>
            <p:spPr bwMode="auto">
              <a:xfrm>
                <a:off x="959" y="2915"/>
                <a:ext cx="154" cy="111"/>
              </a:xfrm>
              <a:custGeom>
                <a:avLst/>
                <a:gdLst>
                  <a:gd name="T0" fmla="*/ 0 w 2767"/>
                  <a:gd name="T1" fmla="*/ 0 h 2006"/>
                  <a:gd name="T2" fmla="*/ 0 w 2767"/>
                  <a:gd name="T3" fmla="*/ 0 h 2006"/>
                  <a:gd name="T4" fmla="*/ 0 w 2767"/>
                  <a:gd name="T5" fmla="*/ 0 h 2006"/>
                  <a:gd name="T6" fmla="*/ 0 w 2767"/>
                  <a:gd name="T7" fmla="*/ 0 h 2006"/>
                  <a:gd name="T8" fmla="*/ 0 w 2767"/>
                  <a:gd name="T9" fmla="*/ 0 h 2006"/>
                  <a:gd name="T10" fmla="*/ 0 w 2767"/>
                  <a:gd name="T11" fmla="*/ 0 h 2006"/>
                  <a:gd name="T12" fmla="*/ 0 w 2767"/>
                  <a:gd name="T13" fmla="*/ 0 h 2006"/>
                  <a:gd name="T14" fmla="*/ 0 w 2767"/>
                  <a:gd name="T15" fmla="*/ 0 h 2006"/>
                  <a:gd name="T16" fmla="*/ 0 w 2767"/>
                  <a:gd name="T17" fmla="*/ 0 h 2006"/>
                  <a:gd name="T18" fmla="*/ 0 w 2767"/>
                  <a:gd name="T19" fmla="*/ 0 h 2006"/>
                  <a:gd name="T20" fmla="*/ 0 w 2767"/>
                  <a:gd name="T21" fmla="*/ 0 h 2006"/>
                  <a:gd name="T22" fmla="*/ 0 w 2767"/>
                  <a:gd name="T23" fmla="*/ 0 h 2006"/>
                  <a:gd name="T24" fmla="*/ 0 w 2767"/>
                  <a:gd name="T25" fmla="*/ 0 h 2006"/>
                  <a:gd name="T26" fmla="*/ 0 w 2767"/>
                  <a:gd name="T27" fmla="*/ 0 h 2006"/>
                  <a:gd name="T28" fmla="*/ 0 w 2767"/>
                  <a:gd name="T29" fmla="*/ 0 h 2006"/>
                  <a:gd name="T30" fmla="*/ 0 w 2767"/>
                  <a:gd name="T31" fmla="*/ 0 h 2006"/>
                  <a:gd name="T32" fmla="*/ 0 w 2767"/>
                  <a:gd name="T33" fmla="*/ 0 h 2006"/>
                  <a:gd name="T34" fmla="*/ 0 w 2767"/>
                  <a:gd name="T35" fmla="*/ 0 h 2006"/>
                  <a:gd name="T36" fmla="*/ 0 w 2767"/>
                  <a:gd name="T37" fmla="*/ 0 h 2006"/>
                  <a:gd name="T38" fmla="*/ 0 w 2767"/>
                  <a:gd name="T39" fmla="*/ 0 h 2006"/>
                  <a:gd name="T40" fmla="*/ 0 w 2767"/>
                  <a:gd name="T41" fmla="*/ 0 h 2006"/>
                  <a:gd name="T42" fmla="*/ 0 w 2767"/>
                  <a:gd name="T43" fmla="*/ 0 h 2006"/>
                  <a:gd name="T44" fmla="*/ 0 w 2767"/>
                  <a:gd name="T45" fmla="*/ 0 h 2006"/>
                  <a:gd name="T46" fmla="*/ 0 w 2767"/>
                  <a:gd name="T47" fmla="*/ 0 h 2006"/>
                  <a:gd name="T48" fmla="*/ 0 w 2767"/>
                  <a:gd name="T49" fmla="*/ 0 h 2006"/>
                  <a:gd name="T50" fmla="*/ 0 w 2767"/>
                  <a:gd name="T51" fmla="*/ 0 h 2006"/>
                  <a:gd name="T52" fmla="*/ 0 w 2767"/>
                  <a:gd name="T53" fmla="*/ 0 h 2006"/>
                  <a:gd name="T54" fmla="*/ 0 w 2767"/>
                  <a:gd name="T55" fmla="*/ 0 h 2006"/>
                  <a:gd name="T56" fmla="*/ 0 w 2767"/>
                  <a:gd name="T57" fmla="*/ 0 h 2006"/>
                  <a:gd name="T58" fmla="*/ 0 w 2767"/>
                  <a:gd name="T59" fmla="*/ 0 h 2006"/>
                  <a:gd name="T60" fmla="*/ 0 w 2767"/>
                  <a:gd name="T61" fmla="*/ 0 h 2006"/>
                  <a:gd name="T62" fmla="*/ 0 w 2767"/>
                  <a:gd name="T63" fmla="*/ 0 h 2006"/>
                  <a:gd name="T64" fmla="*/ 0 w 2767"/>
                  <a:gd name="T65" fmla="*/ 0 h 2006"/>
                  <a:gd name="T66" fmla="*/ 0 w 2767"/>
                  <a:gd name="T67" fmla="*/ 0 h 2006"/>
                  <a:gd name="T68" fmla="*/ 0 w 2767"/>
                  <a:gd name="T69" fmla="*/ 0 h 2006"/>
                  <a:gd name="T70" fmla="*/ 0 w 2767"/>
                  <a:gd name="T71" fmla="*/ 0 h 2006"/>
                  <a:gd name="T72" fmla="*/ 0 w 2767"/>
                  <a:gd name="T73" fmla="*/ 0 h 2006"/>
                  <a:gd name="T74" fmla="*/ 0 w 2767"/>
                  <a:gd name="T75" fmla="*/ 0 h 2006"/>
                  <a:gd name="T76" fmla="*/ 0 w 2767"/>
                  <a:gd name="T77" fmla="*/ 0 h 2006"/>
                  <a:gd name="T78" fmla="*/ 0 w 2767"/>
                  <a:gd name="T79" fmla="*/ 0 h 2006"/>
                  <a:gd name="T80" fmla="*/ 0 w 2767"/>
                  <a:gd name="T81" fmla="*/ 0 h 2006"/>
                  <a:gd name="T82" fmla="*/ 0 w 2767"/>
                  <a:gd name="T83" fmla="*/ 0 h 2006"/>
                  <a:gd name="T84" fmla="*/ 0 w 2767"/>
                  <a:gd name="T85" fmla="*/ 0 h 2006"/>
                  <a:gd name="T86" fmla="*/ 0 w 2767"/>
                  <a:gd name="T87" fmla="*/ 0 h 2006"/>
                  <a:gd name="T88" fmla="*/ 0 w 2767"/>
                  <a:gd name="T89" fmla="*/ 0 h 2006"/>
                  <a:gd name="T90" fmla="*/ 0 w 2767"/>
                  <a:gd name="T91" fmla="*/ 0 h 2006"/>
                  <a:gd name="T92" fmla="*/ 0 w 2767"/>
                  <a:gd name="T93" fmla="*/ 0 h 2006"/>
                  <a:gd name="T94" fmla="*/ 0 w 2767"/>
                  <a:gd name="T95" fmla="*/ 0 h 2006"/>
                  <a:gd name="T96" fmla="*/ 0 w 2767"/>
                  <a:gd name="T97" fmla="*/ 0 h 2006"/>
                  <a:gd name="T98" fmla="*/ 0 w 2767"/>
                  <a:gd name="T99" fmla="*/ 0 h 2006"/>
                  <a:gd name="T100" fmla="*/ 0 w 2767"/>
                  <a:gd name="T101" fmla="*/ 0 h 2006"/>
                  <a:gd name="T102" fmla="*/ 0 w 2767"/>
                  <a:gd name="T103" fmla="*/ 0 h 2006"/>
                  <a:gd name="T104" fmla="*/ 0 w 2767"/>
                  <a:gd name="T105" fmla="*/ 0 h 2006"/>
                  <a:gd name="T106" fmla="*/ 0 w 2767"/>
                  <a:gd name="T107" fmla="*/ 0 h 2006"/>
                  <a:gd name="T108" fmla="*/ 0 w 2767"/>
                  <a:gd name="T109" fmla="*/ 0 h 2006"/>
                  <a:gd name="T110" fmla="*/ 0 w 2767"/>
                  <a:gd name="T111" fmla="*/ 0 h 2006"/>
                  <a:gd name="T112" fmla="*/ 0 w 2767"/>
                  <a:gd name="T113" fmla="*/ 0 h 2006"/>
                  <a:gd name="T114" fmla="*/ 0 w 2767"/>
                  <a:gd name="T115" fmla="*/ 0 h 2006"/>
                  <a:gd name="T116" fmla="*/ 0 w 2767"/>
                  <a:gd name="T117" fmla="*/ 0 h 2006"/>
                  <a:gd name="T118" fmla="*/ 0 w 2767"/>
                  <a:gd name="T119" fmla="*/ 0 h 2006"/>
                  <a:gd name="T120" fmla="*/ 0 w 2767"/>
                  <a:gd name="T121" fmla="*/ 0 h 200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767"/>
                  <a:gd name="T184" fmla="*/ 0 h 2006"/>
                  <a:gd name="T185" fmla="*/ 2767 w 2767"/>
                  <a:gd name="T186" fmla="*/ 2006 h 200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767" h="2006">
                    <a:moveTo>
                      <a:pt x="558" y="147"/>
                    </a:moveTo>
                    <a:lnTo>
                      <a:pt x="352" y="147"/>
                    </a:lnTo>
                    <a:lnTo>
                      <a:pt x="221" y="0"/>
                    </a:lnTo>
                    <a:lnTo>
                      <a:pt x="67" y="229"/>
                    </a:lnTo>
                    <a:lnTo>
                      <a:pt x="29" y="92"/>
                    </a:lnTo>
                    <a:lnTo>
                      <a:pt x="0" y="345"/>
                    </a:lnTo>
                    <a:lnTo>
                      <a:pt x="90" y="646"/>
                    </a:lnTo>
                    <a:lnTo>
                      <a:pt x="170" y="581"/>
                    </a:lnTo>
                    <a:lnTo>
                      <a:pt x="221" y="815"/>
                    </a:lnTo>
                    <a:lnTo>
                      <a:pt x="108" y="815"/>
                    </a:lnTo>
                    <a:lnTo>
                      <a:pt x="154" y="930"/>
                    </a:lnTo>
                    <a:lnTo>
                      <a:pt x="425" y="1124"/>
                    </a:lnTo>
                    <a:lnTo>
                      <a:pt x="595" y="1480"/>
                    </a:lnTo>
                    <a:lnTo>
                      <a:pt x="857" y="1679"/>
                    </a:lnTo>
                    <a:lnTo>
                      <a:pt x="992" y="1648"/>
                    </a:lnTo>
                    <a:lnTo>
                      <a:pt x="1515" y="1930"/>
                    </a:lnTo>
                    <a:lnTo>
                      <a:pt x="1806" y="1930"/>
                    </a:lnTo>
                    <a:lnTo>
                      <a:pt x="1983" y="2006"/>
                    </a:lnTo>
                    <a:lnTo>
                      <a:pt x="2229" y="1920"/>
                    </a:lnTo>
                    <a:lnTo>
                      <a:pt x="2325" y="1961"/>
                    </a:lnTo>
                    <a:lnTo>
                      <a:pt x="2718" y="1858"/>
                    </a:lnTo>
                    <a:lnTo>
                      <a:pt x="2443" y="1815"/>
                    </a:lnTo>
                    <a:lnTo>
                      <a:pt x="2529" y="1722"/>
                    </a:lnTo>
                    <a:lnTo>
                      <a:pt x="2317" y="1785"/>
                    </a:lnTo>
                    <a:lnTo>
                      <a:pt x="1714" y="1785"/>
                    </a:lnTo>
                    <a:lnTo>
                      <a:pt x="1244" y="1562"/>
                    </a:lnTo>
                    <a:lnTo>
                      <a:pt x="1618" y="1607"/>
                    </a:lnTo>
                    <a:lnTo>
                      <a:pt x="1861" y="1607"/>
                    </a:lnTo>
                    <a:lnTo>
                      <a:pt x="2344" y="1396"/>
                    </a:lnTo>
                    <a:lnTo>
                      <a:pt x="2548" y="1386"/>
                    </a:lnTo>
                    <a:lnTo>
                      <a:pt x="2767" y="1304"/>
                    </a:lnTo>
                    <a:lnTo>
                      <a:pt x="2535" y="1359"/>
                    </a:lnTo>
                    <a:lnTo>
                      <a:pt x="2285" y="1345"/>
                    </a:lnTo>
                    <a:lnTo>
                      <a:pt x="1857" y="1472"/>
                    </a:lnTo>
                    <a:lnTo>
                      <a:pt x="1100" y="1460"/>
                    </a:lnTo>
                    <a:lnTo>
                      <a:pt x="949" y="1376"/>
                    </a:lnTo>
                    <a:lnTo>
                      <a:pt x="905" y="1231"/>
                    </a:lnTo>
                    <a:lnTo>
                      <a:pt x="747" y="1249"/>
                    </a:lnTo>
                    <a:lnTo>
                      <a:pt x="683" y="1012"/>
                    </a:lnTo>
                    <a:lnTo>
                      <a:pt x="820" y="999"/>
                    </a:lnTo>
                    <a:lnTo>
                      <a:pt x="1020" y="887"/>
                    </a:lnTo>
                    <a:lnTo>
                      <a:pt x="1402" y="875"/>
                    </a:lnTo>
                    <a:lnTo>
                      <a:pt x="2000" y="660"/>
                    </a:lnTo>
                    <a:lnTo>
                      <a:pt x="2131" y="456"/>
                    </a:lnTo>
                    <a:lnTo>
                      <a:pt x="1868" y="622"/>
                    </a:lnTo>
                    <a:lnTo>
                      <a:pt x="1462" y="622"/>
                    </a:lnTo>
                    <a:lnTo>
                      <a:pt x="1276" y="509"/>
                    </a:lnTo>
                    <a:lnTo>
                      <a:pt x="777" y="677"/>
                    </a:lnTo>
                    <a:lnTo>
                      <a:pt x="546" y="468"/>
                    </a:lnTo>
                    <a:lnTo>
                      <a:pt x="505" y="519"/>
                    </a:lnTo>
                    <a:lnTo>
                      <a:pt x="562" y="660"/>
                    </a:lnTo>
                    <a:lnTo>
                      <a:pt x="482" y="854"/>
                    </a:lnTo>
                    <a:lnTo>
                      <a:pt x="344" y="897"/>
                    </a:lnTo>
                    <a:lnTo>
                      <a:pt x="299" y="844"/>
                    </a:lnTo>
                    <a:lnTo>
                      <a:pt x="425" y="699"/>
                    </a:lnTo>
                    <a:lnTo>
                      <a:pt x="262" y="414"/>
                    </a:lnTo>
                    <a:lnTo>
                      <a:pt x="139" y="519"/>
                    </a:lnTo>
                    <a:lnTo>
                      <a:pt x="108" y="386"/>
                    </a:lnTo>
                    <a:lnTo>
                      <a:pt x="170" y="237"/>
                    </a:lnTo>
                    <a:lnTo>
                      <a:pt x="391" y="248"/>
                    </a:lnTo>
                    <a:lnTo>
                      <a:pt x="558" y="14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0" name="Freeform 57"/>
              <p:cNvSpPr>
                <a:spLocks/>
              </p:cNvSpPr>
              <p:nvPr/>
            </p:nvSpPr>
            <p:spPr bwMode="auto">
              <a:xfrm>
                <a:off x="1027" y="2968"/>
                <a:ext cx="75" cy="24"/>
              </a:xfrm>
              <a:custGeom>
                <a:avLst/>
                <a:gdLst>
                  <a:gd name="T0" fmla="*/ 0 w 1351"/>
                  <a:gd name="T1" fmla="*/ 0 h 425"/>
                  <a:gd name="T2" fmla="*/ 0 w 1351"/>
                  <a:gd name="T3" fmla="*/ 0 h 425"/>
                  <a:gd name="T4" fmla="*/ 0 w 1351"/>
                  <a:gd name="T5" fmla="*/ 0 h 425"/>
                  <a:gd name="T6" fmla="*/ 0 w 1351"/>
                  <a:gd name="T7" fmla="*/ 0 h 425"/>
                  <a:gd name="T8" fmla="*/ 0 w 1351"/>
                  <a:gd name="T9" fmla="*/ 0 h 4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51"/>
                  <a:gd name="T16" fmla="*/ 0 h 425"/>
                  <a:gd name="T17" fmla="*/ 1351 w 1351"/>
                  <a:gd name="T18" fmla="*/ 425 h 4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51" h="425">
                    <a:moveTo>
                      <a:pt x="1351" y="0"/>
                    </a:moveTo>
                    <a:lnTo>
                      <a:pt x="772" y="82"/>
                    </a:lnTo>
                    <a:lnTo>
                      <a:pt x="0" y="425"/>
                    </a:lnTo>
                    <a:lnTo>
                      <a:pt x="1125" y="153"/>
                    </a:lnTo>
                    <a:lnTo>
                      <a:pt x="1351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1" name="Freeform 58"/>
              <p:cNvSpPr>
                <a:spLocks/>
              </p:cNvSpPr>
              <p:nvPr/>
            </p:nvSpPr>
            <p:spPr bwMode="auto">
              <a:xfrm>
                <a:off x="1052" y="3031"/>
                <a:ext cx="52" cy="14"/>
              </a:xfrm>
              <a:custGeom>
                <a:avLst/>
                <a:gdLst>
                  <a:gd name="T0" fmla="*/ 0 w 930"/>
                  <a:gd name="T1" fmla="*/ 0 h 251"/>
                  <a:gd name="T2" fmla="*/ 0 w 930"/>
                  <a:gd name="T3" fmla="*/ 0 h 251"/>
                  <a:gd name="T4" fmla="*/ 0 w 930"/>
                  <a:gd name="T5" fmla="*/ 0 h 251"/>
                  <a:gd name="T6" fmla="*/ 0 w 930"/>
                  <a:gd name="T7" fmla="*/ 0 h 251"/>
                  <a:gd name="T8" fmla="*/ 0 w 930"/>
                  <a:gd name="T9" fmla="*/ 0 h 2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30"/>
                  <a:gd name="T16" fmla="*/ 0 h 251"/>
                  <a:gd name="T17" fmla="*/ 930 w 930"/>
                  <a:gd name="T18" fmla="*/ 251 h 25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30" h="251">
                    <a:moveTo>
                      <a:pt x="930" y="251"/>
                    </a:moveTo>
                    <a:lnTo>
                      <a:pt x="392" y="251"/>
                    </a:lnTo>
                    <a:lnTo>
                      <a:pt x="0" y="0"/>
                    </a:lnTo>
                    <a:lnTo>
                      <a:pt x="731" y="168"/>
                    </a:lnTo>
                    <a:lnTo>
                      <a:pt x="930" y="25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2" name="Freeform 59"/>
              <p:cNvSpPr>
                <a:spLocks/>
              </p:cNvSpPr>
              <p:nvPr/>
            </p:nvSpPr>
            <p:spPr bwMode="auto">
              <a:xfrm>
                <a:off x="1082" y="3022"/>
                <a:ext cx="35" cy="13"/>
              </a:xfrm>
              <a:custGeom>
                <a:avLst/>
                <a:gdLst>
                  <a:gd name="T0" fmla="*/ 0 w 636"/>
                  <a:gd name="T1" fmla="*/ 0 h 231"/>
                  <a:gd name="T2" fmla="*/ 0 w 636"/>
                  <a:gd name="T3" fmla="*/ 0 h 231"/>
                  <a:gd name="T4" fmla="*/ 0 w 636"/>
                  <a:gd name="T5" fmla="*/ 0 h 231"/>
                  <a:gd name="T6" fmla="*/ 0 w 636"/>
                  <a:gd name="T7" fmla="*/ 0 h 2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36"/>
                  <a:gd name="T13" fmla="*/ 0 h 231"/>
                  <a:gd name="T14" fmla="*/ 636 w 636"/>
                  <a:gd name="T15" fmla="*/ 231 h 2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36" h="231">
                    <a:moveTo>
                      <a:pt x="636" y="0"/>
                    </a:moveTo>
                    <a:lnTo>
                      <a:pt x="0" y="198"/>
                    </a:lnTo>
                    <a:lnTo>
                      <a:pt x="595" y="231"/>
                    </a:lnTo>
                    <a:lnTo>
                      <a:pt x="636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3" name="Line 60"/>
              <p:cNvSpPr>
                <a:spLocks noChangeShapeType="1"/>
              </p:cNvSpPr>
              <p:nvPr/>
            </p:nvSpPr>
            <p:spPr bwMode="auto">
              <a:xfrm flipV="1">
                <a:off x="1119" y="2954"/>
                <a:ext cx="10" cy="60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" name="Line 61"/>
              <p:cNvSpPr>
                <a:spLocks noChangeShapeType="1"/>
              </p:cNvSpPr>
              <p:nvPr/>
            </p:nvSpPr>
            <p:spPr bwMode="auto">
              <a:xfrm flipH="1">
                <a:off x="996" y="2682"/>
                <a:ext cx="12" cy="5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" name="Freeform 62"/>
              <p:cNvSpPr>
                <a:spLocks/>
              </p:cNvSpPr>
              <p:nvPr/>
            </p:nvSpPr>
            <p:spPr bwMode="auto">
              <a:xfrm>
                <a:off x="1206" y="2558"/>
                <a:ext cx="35" cy="26"/>
              </a:xfrm>
              <a:custGeom>
                <a:avLst/>
                <a:gdLst>
                  <a:gd name="T0" fmla="*/ 0 w 620"/>
                  <a:gd name="T1" fmla="*/ 0 h 460"/>
                  <a:gd name="T2" fmla="*/ 0 w 620"/>
                  <a:gd name="T3" fmla="*/ 0 h 460"/>
                  <a:gd name="T4" fmla="*/ 0 w 620"/>
                  <a:gd name="T5" fmla="*/ 0 h 460"/>
                  <a:gd name="T6" fmla="*/ 0 w 620"/>
                  <a:gd name="T7" fmla="*/ 0 h 460"/>
                  <a:gd name="T8" fmla="*/ 0 w 620"/>
                  <a:gd name="T9" fmla="*/ 0 h 460"/>
                  <a:gd name="T10" fmla="*/ 0 w 620"/>
                  <a:gd name="T11" fmla="*/ 0 h 460"/>
                  <a:gd name="T12" fmla="*/ 0 w 620"/>
                  <a:gd name="T13" fmla="*/ 0 h 460"/>
                  <a:gd name="T14" fmla="*/ 0 w 620"/>
                  <a:gd name="T15" fmla="*/ 0 h 4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20"/>
                  <a:gd name="T25" fmla="*/ 0 h 460"/>
                  <a:gd name="T26" fmla="*/ 620 w 620"/>
                  <a:gd name="T27" fmla="*/ 460 h 46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20" h="460">
                    <a:moveTo>
                      <a:pt x="178" y="0"/>
                    </a:moveTo>
                    <a:lnTo>
                      <a:pt x="0" y="199"/>
                    </a:lnTo>
                    <a:lnTo>
                      <a:pt x="450" y="460"/>
                    </a:lnTo>
                    <a:lnTo>
                      <a:pt x="620" y="250"/>
                    </a:lnTo>
                    <a:lnTo>
                      <a:pt x="466" y="127"/>
                    </a:lnTo>
                    <a:lnTo>
                      <a:pt x="318" y="270"/>
                    </a:lnTo>
                    <a:lnTo>
                      <a:pt x="344" y="82"/>
                    </a:lnTo>
                    <a:lnTo>
                      <a:pt x="178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" name="Freeform 63"/>
              <p:cNvSpPr>
                <a:spLocks/>
              </p:cNvSpPr>
              <p:nvPr/>
            </p:nvSpPr>
            <p:spPr bwMode="auto">
              <a:xfrm>
                <a:off x="1226" y="2557"/>
                <a:ext cx="17" cy="12"/>
              </a:xfrm>
              <a:custGeom>
                <a:avLst/>
                <a:gdLst>
                  <a:gd name="T0" fmla="*/ 0 w 298"/>
                  <a:gd name="T1" fmla="*/ 0 h 215"/>
                  <a:gd name="T2" fmla="*/ 0 w 298"/>
                  <a:gd name="T3" fmla="*/ 0 h 215"/>
                  <a:gd name="T4" fmla="*/ 0 w 298"/>
                  <a:gd name="T5" fmla="*/ 0 h 215"/>
                  <a:gd name="T6" fmla="*/ 0 w 298"/>
                  <a:gd name="T7" fmla="*/ 0 h 215"/>
                  <a:gd name="T8" fmla="*/ 0 w 298"/>
                  <a:gd name="T9" fmla="*/ 0 h 2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"/>
                  <a:gd name="T16" fmla="*/ 0 h 215"/>
                  <a:gd name="T17" fmla="*/ 298 w 298"/>
                  <a:gd name="T18" fmla="*/ 215 h 2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" h="215">
                    <a:moveTo>
                      <a:pt x="0" y="0"/>
                    </a:moveTo>
                    <a:lnTo>
                      <a:pt x="298" y="215"/>
                    </a:lnTo>
                    <a:lnTo>
                      <a:pt x="298" y="157"/>
                    </a:lnTo>
                    <a:lnTo>
                      <a:pt x="4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7" name="Freeform 64"/>
              <p:cNvSpPr>
                <a:spLocks/>
              </p:cNvSpPr>
              <p:nvPr/>
            </p:nvSpPr>
            <p:spPr bwMode="auto">
              <a:xfrm>
                <a:off x="1234" y="2575"/>
                <a:ext cx="18" cy="15"/>
              </a:xfrm>
              <a:custGeom>
                <a:avLst/>
                <a:gdLst>
                  <a:gd name="T0" fmla="*/ 0 w 332"/>
                  <a:gd name="T1" fmla="*/ 0 h 264"/>
                  <a:gd name="T2" fmla="*/ 0 w 332"/>
                  <a:gd name="T3" fmla="*/ 0 h 264"/>
                  <a:gd name="T4" fmla="*/ 0 w 332"/>
                  <a:gd name="T5" fmla="*/ 0 h 264"/>
                  <a:gd name="T6" fmla="*/ 0 w 332"/>
                  <a:gd name="T7" fmla="*/ 0 h 264"/>
                  <a:gd name="T8" fmla="*/ 0 w 332"/>
                  <a:gd name="T9" fmla="*/ 0 h 2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2"/>
                  <a:gd name="T16" fmla="*/ 0 h 264"/>
                  <a:gd name="T17" fmla="*/ 332 w 332"/>
                  <a:gd name="T18" fmla="*/ 264 h 26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2" h="264">
                    <a:moveTo>
                      <a:pt x="0" y="73"/>
                    </a:moveTo>
                    <a:lnTo>
                      <a:pt x="268" y="264"/>
                    </a:lnTo>
                    <a:lnTo>
                      <a:pt x="332" y="182"/>
                    </a:lnTo>
                    <a:lnTo>
                      <a:pt x="84" y="0"/>
                    </a:lnTo>
                    <a:lnTo>
                      <a:pt x="0" y="7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8" name="Freeform 65"/>
              <p:cNvSpPr>
                <a:spLocks/>
              </p:cNvSpPr>
              <p:nvPr/>
            </p:nvSpPr>
            <p:spPr bwMode="auto">
              <a:xfrm>
                <a:off x="1238" y="2565"/>
                <a:ext cx="207" cy="71"/>
              </a:xfrm>
              <a:custGeom>
                <a:avLst/>
                <a:gdLst>
                  <a:gd name="T0" fmla="*/ 0 w 3722"/>
                  <a:gd name="T1" fmla="*/ 0 h 1284"/>
                  <a:gd name="T2" fmla="*/ 0 w 3722"/>
                  <a:gd name="T3" fmla="*/ 0 h 1284"/>
                  <a:gd name="T4" fmla="*/ 0 w 3722"/>
                  <a:gd name="T5" fmla="*/ 0 h 1284"/>
                  <a:gd name="T6" fmla="*/ 0 w 3722"/>
                  <a:gd name="T7" fmla="*/ 0 h 1284"/>
                  <a:gd name="T8" fmla="*/ 0 w 3722"/>
                  <a:gd name="T9" fmla="*/ 0 h 1284"/>
                  <a:gd name="T10" fmla="*/ 0 w 3722"/>
                  <a:gd name="T11" fmla="*/ 0 h 1284"/>
                  <a:gd name="T12" fmla="*/ 0 w 3722"/>
                  <a:gd name="T13" fmla="*/ 0 h 1284"/>
                  <a:gd name="T14" fmla="*/ 0 w 3722"/>
                  <a:gd name="T15" fmla="*/ 0 h 1284"/>
                  <a:gd name="T16" fmla="*/ 0 w 3722"/>
                  <a:gd name="T17" fmla="*/ 0 h 1284"/>
                  <a:gd name="T18" fmla="*/ 0 w 3722"/>
                  <a:gd name="T19" fmla="*/ 0 h 1284"/>
                  <a:gd name="T20" fmla="*/ 0 w 3722"/>
                  <a:gd name="T21" fmla="*/ 0 h 1284"/>
                  <a:gd name="T22" fmla="*/ 0 w 3722"/>
                  <a:gd name="T23" fmla="*/ 0 h 1284"/>
                  <a:gd name="T24" fmla="*/ 0 w 3722"/>
                  <a:gd name="T25" fmla="*/ 0 h 1284"/>
                  <a:gd name="T26" fmla="*/ 0 w 3722"/>
                  <a:gd name="T27" fmla="*/ 0 h 1284"/>
                  <a:gd name="T28" fmla="*/ 0 w 3722"/>
                  <a:gd name="T29" fmla="*/ 0 h 128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3722"/>
                  <a:gd name="T46" fmla="*/ 0 h 1284"/>
                  <a:gd name="T47" fmla="*/ 3722 w 3722"/>
                  <a:gd name="T48" fmla="*/ 1284 h 1284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3722" h="1284">
                    <a:moveTo>
                      <a:pt x="0" y="687"/>
                    </a:moveTo>
                    <a:lnTo>
                      <a:pt x="394" y="0"/>
                    </a:lnTo>
                    <a:lnTo>
                      <a:pt x="914" y="370"/>
                    </a:lnTo>
                    <a:lnTo>
                      <a:pt x="1738" y="370"/>
                    </a:lnTo>
                    <a:lnTo>
                      <a:pt x="1738" y="986"/>
                    </a:lnTo>
                    <a:lnTo>
                      <a:pt x="3699" y="986"/>
                    </a:lnTo>
                    <a:lnTo>
                      <a:pt x="3699" y="939"/>
                    </a:lnTo>
                    <a:lnTo>
                      <a:pt x="3535" y="834"/>
                    </a:lnTo>
                    <a:lnTo>
                      <a:pt x="3722" y="926"/>
                    </a:lnTo>
                    <a:lnTo>
                      <a:pt x="3722" y="1284"/>
                    </a:lnTo>
                    <a:lnTo>
                      <a:pt x="536" y="1284"/>
                    </a:lnTo>
                    <a:lnTo>
                      <a:pt x="536" y="926"/>
                    </a:lnTo>
                    <a:lnTo>
                      <a:pt x="192" y="678"/>
                    </a:lnTo>
                    <a:lnTo>
                      <a:pt x="145" y="770"/>
                    </a:lnTo>
                    <a:lnTo>
                      <a:pt x="0" y="68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9" name="Rectangle 66"/>
              <p:cNvSpPr>
                <a:spLocks noChangeArrowheads="1"/>
              </p:cNvSpPr>
              <p:nvPr/>
            </p:nvSpPr>
            <p:spPr bwMode="auto">
              <a:xfrm>
                <a:off x="1284" y="2547"/>
                <a:ext cx="26" cy="30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40" name="Freeform 67"/>
              <p:cNvSpPr>
                <a:spLocks/>
              </p:cNvSpPr>
              <p:nvPr/>
            </p:nvSpPr>
            <p:spPr bwMode="auto">
              <a:xfrm>
                <a:off x="1241" y="2551"/>
                <a:ext cx="8" cy="11"/>
              </a:xfrm>
              <a:custGeom>
                <a:avLst/>
                <a:gdLst>
                  <a:gd name="T0" fmla="*/ 0 w 140"/>
                  <a:gd name="T1" fmla="*/ 0 h 197"/>
                  <a:gd name="T2" fmla="*/ 0 w 140"/>
                  <a:gd name="T3" fmla="*/ 0 h 197"/>
                  <a:gd name="T4" fmla="*/ 0 w 140"/>
                  <a:gd name="T5" fmla="*/ 0 h 197"/>
                  <a:gd name="T6" fmla="*/ 0 w 140"/>
                  <a:gd name="T7" fmla="*/ 0 h 197"/>
                  <a:gd name="T8" fmla="*/ 0 w 140"/>
                  <a:gd name="T9" fmla="*/ 0 h 19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40"/>
                  <a:gd name="T16" fmla="*/ 0 h 197"/>
                  <a:gd name="T17" fmla="*/ 140 w 140"/>
                  <a:gd name="T18" fmla="*/ 197 h 19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40" h="197">
                    <a:moveTo>
                      <a:pt x="29" y="197"/>
                    </a:moveTo>
                    <a:lnTo>
                      <a:pt x="140" y="19"/>
                    </a:lnTo>
                    <a:lnTo>
                      <a:pt x="111" y="0"/>
                    </a:lnTo>
                    <a:lnTo>
                      <a:pt x="0" y="162"/>
                    </a:lnTo>
                    <a:lnTo>
                      <a:pt x="29" y="197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" name="Line 68"/>
              <p:cNvSpPr>
                <a:spLocks noChangeShapeType="1"/>
              </p:cNvSpPr>
              <p:nvPr/>
            </p:nvSpPr>
            <p:spPr bwMode="auto">
              <a:xfrm>
                <a:off x="1252" y="2552"/>
                <a:ext cx="29" cy="2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" name="Line 69"/>
              <p:cNvSpPr>
                <a:spLocks noChangeShapeType="1"/>
              </p:cNvSpPr>
              <p:nvPr/>
            </p:nvSpPr>
            <p:spPr bwMode="auto">
              <a:xfrm>
                <a:off x="1252" y="2555"/>
                <a:ext cx="6" cy="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3" name="Line 70"/>
              <p:cNvSpPr>
                <a:spLocks noChangeShapeType="1"/>
              </p:cNvSpPr>
              <p:nvPr/>
            </p:nvSpPr>
            <p:spPr bwMode="auto">
              <a:xfrm>
                <a:off x="1230" y="2590"/>
                <a:ext cx="6" cy="8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4" name="Freeform 71"/>
              <p:cNvSpPr>
                <a:spLocks/>
              </p:cNvSpPr>
              <p:nvPr/>
            </p:nvSpPr>
            <p:spPr bwMode="auto">
              <a:xfrm>
                <a:off x="1311" y="2649"/>
                <a:ext cx="21" cy="21"/>
              </a:xfrm>
              <a:custGeom>
                <a:avLst/>
                <a:gdLst>
                  <a:gd name="T0" fmla="*/ 0 w 384"/>
                  <a:gd name="T1" fmla="*/ 0 h 380"/>
                  <a:gd name="T2" fmla="*/ 0 w 384"/>
                  <a:gd name="T3" fmla="*/ 0 h 380"/>
                  <a:gd name="T4" fmla="*/ 0 w 384"/>
                  <a:gd name="T5" fmla="*/ 0 h 380"/>
                  <a:gd name="T6" fmla="*/ 0 w 384"/>
                  <a:gd name="T7" fmla="*/ 0 h 380"/>
                  <a:gd name="T8" fmla="*/ 0 w 384"/>
                  <a:gd name="T9" fmla="*/ 0 h 380"/>
                  <a:gd name="T10" fmla="*/ 0 w 384"/>
                  <a:gd name="T11" fmla="*/ 0 h 380"/>
                  <a:gd name="T12" fmla="*/ 0 w 384"/>
                  <a:gd name="T13" fmla="*/ 0 h 380"/>
                  <a:gd name="T14" fmla="*/ 0 w 384"/>
                  <a:gd name="T15" fmla="*/ 0 h 380"/>
                  <a:gd name="T16" fmla="*/ 0 w 384"/>
                  <a:gd name="T17" fmla="*/ 0 h 380"/>
                  <a:gd name="T18" fmla="*/ 0 w 384"/>
                  <a:gd name="T19" fmla="*/ 0 h 380"/>
                  <a:gd name="T20" fmla="*/ 0 w 384"/>
                  <a:gd name="T21" fmla="*/ 0 h 380"/>
                  <a:gd name="T22" fmla="*/ 0 w 384"/>
                  <a:gd name="T23" fmla="*/ 0 h 380"/>
                  <a:gd name="T24" fmla="*/ 0 w 384"/>
                  <a:gd name="T25" fmla="*/ 0 h 380"/>
                  <a:gd name="T26" fmla="*/ 0 w 384"/>
                  <a:gd name="T27" fmla="*/ 0 h 380"/>
                  <a:gd name="T28" fmla="*/ 0 w 384"/>
                  <a:gd name="T29" fmla="*/ 0 h 380"/>
                  <a:gd name="T30" fmla="*/ 0 w 384"/>
                  <a:gd name="T31" fmla="*/ 0 h 380"/>
                  <a:gd name="T32" fmla="*/ 0 w 384"/>
                  <a:gd name="T33" fmla="*/ 0 h 380"/>
                  <a:gd name="T34" fmla="*/ 0 w 384"/>
                  <a:gd name="T35" fmla="*/ 0 h 380"/>
                  <a:gd name="T36" fmla="*/ 0 w 384"/>
                  <a:gd name="T37" fmla="*/ 0 h 380"/>
                  <a:gd name="T38" fmla="*/ 0 w 384"/>
                  <a:gd name="T39" fmla="*/ 0 h 380"/>
                  <a:gd name="T40" fmla="*/ 0 w 384"/>
                  <a:gd name="T41" fmla="*/ 0 h 380"/>
                  <a:gd name="T42" fmla="*/ 0 w 384"/>
                  <a:gd name="T43" fmla="*/ 0 h 380"/>
                  <a:gd name="T44" fmla="*/ 0 w 384"/>
                  <a:gd name="T45" fmla="*/ 0 h 380"/>
                  <a:gd name="T46" fmla="*/ 0 w 384"/>
                  <a:gd name="T47" fmla="*/ 0 h 380"/>
                  <a:gd name="T48" fmla="*/ 0 w 384"/>
                  <a:gd name="T49" fmla="*/ 0 h 380"/>
                  <a:gd name="T50" fmla="*/ 0 w 384"/>
                  <a:gd name="T51" fmla="*/ 0 h 380"/>
                  <a:gd name="T52" fmla="*/ 0 w 384"/>
                  <a:gd name="T53" fmla="*/ 0 h 380"/>
                  <a:gd name="T54" fmla="*/ 0 w 384"/>
                  <a:gd name="T55" fmla="*/ 0 h 380"/>
                  <a:gd name="T56" fmla="*/ 0 w 384"/>
                  <a:gd name="T57" fmla="*/ 0 h 380"/>
                  <a:gd name="T58" fmla="*/ 0 w 384"/>
                  <a:gd name="T59" fmla="*/ 0 h 380"/>
                  <a:gd name="T60" fmla="*/ 0 w 384"/>
                  <a:gd name="T61" fmla="*/ 0 h 380"/>
                  <a:gd name="T62" fmla="*/ 0 w 384"/>
                  <a:gd name="T63" fmla="*/ 0 h 380"/>
                  <a:gd name="T64" fmla="*/ 0 w 384"/>
                  <a:gd name="T65" fmla="*/ 0 h 38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84"/>
                  <a:gd name="T100" fmla="*/ 0 h 380"/>
                  <a:gd name="T101" fmla="*/ 384 w 384"/>
                  <a:gd name="T102" fmla="*/ 380 h 38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84" h="380">
                    <a:moveTo>
                      <a:pt x="384" y="192"/>
                    </a:moveTo>
                    <a:lnTo>
                      <a:pt x="380" y="172"/>
                    </a:lnTo>
                    <a:lnTo>
                      <a:pt x="378" y="155"/>
                    </a:lnTo>
                    <a:lnTo>
                      <a:pt x="370" y="137"/>
                    </a:lnTo>
                    <a:lnTo>
                      <a:pt x="366" y="120"/>
                    </a:lnTo>
                    <a:lnTo>
                      <a:pt x="358" y="101"/>
                    </a:lnTo>
                    <a:lnTo>
                      <a:pt x="348" y="84"/>
                    </a:lnTo>
                    <a:lnTo>
                      <a:pt x="339" y="70"/>
                    </a:lnTo>
                    <a:lnTo>
                      <a:pt x="325" y="56"/>
                    </a:lnTo>
                    <a:lnTo>
                      <a:pt x="307" y="43"/>
                    </a:lnTo>
                    <a:lnTo>
                      <a:pt x="298" y="29"/>
                    </a:lnTo>
                    <a:lnTo>
                      <a:pt x="280" y="23"/>
                    </a:lnTo>
                    <a:lnTo>
                      <a:pt x="264" y="15"/>
                    </a:lnTo>
                    <a:lnTo>
                      <a:pt x="247" y="9"/>
                    </a:lnTo>
                    <a:lnTo>
                      <a:pt x="229" y="5"/>
                    </a:lnTo>
                    <a:lnTo>
                      <a:pt x="212" y="2"/>
                    </a:lnTo>
                    <a:lnTo>
                      <a:pt x="192" y="0"/>
                    </a:lnTo>
                    <a:lnTo>
                      <a:pt x="171" y="2"/>
                    </a:lnTo>
                    <a:lnTo>
                      <a:pt x="153" y="5"/>
                    </a:lnTo>
                    <a:lnTo>
                      <a:pt x="137" y="7"/>
                    </a:lnTo>
                    <a:lnTo>
                      <a:pt x="118" y="15"/>
                    </a:lnTo>
                    <a:lnTo>
                      <a:pt x="104" y="23"/>
                    </a:lnTo>
                    <a:lnTo>
                      <a:pt x="89" y="29"/>
                    </a:lnTo>
                    <a:lnTo>
                      <a:pt x="73" y="43"/>
                    </a:lnTo>
                    <a:lnTo>
                      <a:pt x="57" y="56"/>
                    </a:lnTo>
                    <a:lnTo>
                      <a:pt x="46" y="66"/>
                    </a:lnTo>
                    <a:lnTo>
                      <a:pt x="34" y="84"/>
                    </a:lnTo>
                    <a:lnTo>
                      <a:pt x="21" y="97"/>
                    </a:lnTo>
                    <a:lnTo>
                      <a:pt x="15" y="116"/>
                    </a:lnTo>
                    <a:lnTo>
                      <a:pt x="8" y="135"/>
                    </a:lnTo>
                    <a:lnTo>
                      <a:pt x="2" y="153"/>
                    </a:lnTo>
                    <a:lnTo>
                      <a:pt x="0" y="171"/>
                    </a:lnTo>
                    <a:lnTo>
                      <a:pt x="0" y="190"/>
                    </a:lnTo>
                    <a:lnTo>
                      <a:pt x="0" y="204"/>
                    </a:lnTo>
                    <a:lnTo>
                      <a:pt x="2" y="223"/>
                    </a:lnTo>
                    <a:lnTo>
                      <a:pt x="8" y="245"/>
                    </a:lnTo>
                    <a:lnTo>
                      <a:pt x="11" y="260"/>
                    </a:lnTo>
                    <a:lnTo>
                      <a:pt x="21" y="278"/>
                    </a:lnTo>
                    <a:lnTo>
                      <a:pt x="32" y="296"/>
                    </a:lnTo>
                    <a:lnTo>
                      <a:pt x="42" y="311"/>
                    </a:lnTo>
                    <a:lnTo>
                      <a:pt x="57" y="321"/>
                    </a:lnTo>
                    <a:lnTo>
                      <a:pt x="65" y="337"/>
                    </a:lnTo>
                    <a:lnTo>
                      <a:pt x="81" y="346"/>
                    </a:lnTo>
                    <a:lnTo>
                      <a:pt x="100" y="356"/>
                    </a:lnTo>
                    <a:lnTo>
                      <a:pt x="114" y="362"/>
                    </a:lnTo>
                    <a:lnTo>
                      <a:pt x="132" y="374"/>
                    </a:lnTo>
                    <a:lnTo>
                      <a:pt x="151" y="378"/>
                    </a:lnTo>
                    <a:lnTo>
                      <a:pt x="169" y="380"/>
                    </a:lnTo>
                    <a:lnTo>
                      <a:pt x="186" y="380"/>
                    </a:lnTo>
                    <a:lnTo>
                      <a:pt x="206" y="380"/>
                    </a:lnTo>
                    <a:lnTo>
                      <a:pt x="225" y="378"/>
                    </a:lnTo>
                    <a:lnTo>
                      <a:pt x="243" y="374"/>
                    </a:lnTo>
                    <a:lnTo>
                      <a:pt x="260" y="366"/>
                    </a:lnTo>
                    <a:lnTo>
                      <a:pt x="274" y="360"/>
                    </a:lnTo>
                    <a:lnTo>
                      <a:pt x="294" y="350"/>
                    </a:lnTo>
                    <a:lnTo>
                      <a:pt x="307" y="342"/>
                    </a:lnTo>
                    <a:lnTo>
                      <a:pt x="325" y="333"/>
                    </a:lnTo>
                    <a:lnTo>
                      <a:pt x="337" y="315"/>
                    </a:lnTo>
                    <a:lnTo>
                      <a:pt x="348" y="297"/>
                    </a:lnTo>
                    <a:lnTo>
                      <a:pt x="354" y="282"/>
                    </a:lnTo>
                    <a:lnTo>
                      <a:pt x="362" y="266"/>
                    </a:lnTo>
                    <a:lnTo>
                      <a:pt x="370" y="251"/>
                    </a:lnTo>
                    <a:lnTo>
                      <a:pt x="376" y="233"/>
                    </a:lnTo>
                    <a:lnTo>
                      <a:pt x="380" y="217"/>
                    </a:lnTo>
                    <a:lnTo>
                      <a:pt x="384" y="194"/>
                    </a:lnTo>
                    <a:lnTo>
                      <a:pt x="384" y="192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5" name="Rectangle 72"/>
              <p:cNvSpPr>
                <a:spLocks noChangeArrowheads="1"/>
              </p:cNvSpPr>
              <p:nvPr/>
            </p:nvSpPr>
            <p:spPr bwMode="auto">
              <a:xfrm>
                <a:off x="1318" y="2569"/>
                <a:ext cx="11" cy="12"/>
              </a:xfrm>
              <a:prstGeom prst="rect">
                <a:avLst/>
              </a:prstGeom>
              <a:solidFill>
                <a:srgbClr val="000000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1346" name="Freeform 73"/>
              <p:cNvSpPr>
                <a:spLocks/>
              </p:cNvSpPr>
              <p:nvPr/>
            </p:nvSpPr>
            <p:spPr bwMode="auto">
              <a:xfrm>
                <a:off x="1262" y="2622"/>
                <a:ext cx="2" cy="31"/>
              </a:xfrm>
              <a:custGeom>
                <a:avLst/>
                <a:gdLst>
                  <a:gd name="T0" fmla="*/ 0 w 43"/>
                  <a:gd name="T1" fmla="*/ 0 h 568"/>
                  <a:gd name="T2" fmla="*/ 0 w 43"/>
                  <a:gd name="T3" fmla="*/ 0 h 568"/>
                  <a:gd name="T4" fmla="*/ 0 w 43"/>
                  <a:gd name="T5" fmla="*/ 0 h 568"/>
                  <a:gd name="T6" fmla="*/ 0 w 43"/>
                  <a:gd name="T7" fmla="*/ 0 h 568"/>
                  <a:gd name="T8" fmla="*/ 0 w 43"/>
                  <a:gd name="T9" fmla="*/ 0 h 5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3"/>
                  <a:gd name="T16" fmla="*/ 0 h 568"/>
                  <a:gd name="T17" fmla="*/ 43 w 43"/>
                  <a:gd name="T18" fmla="*/ 568 h 5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3" h="568">
                    <a:moveTo>
                      <a:pt x="0" y="0"/>
                    </a:moveTo>
                    <a:lnTo>
                      <a:pt x="43" y="177"/>
                    </a:lnTo>
                    <a:lnTo>
                      <a:pt x="43" y="568"/>
                    </a:lnTo>
                    <a:lnTo>
                      <a:pt x="0" y="3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" name="Freeform 74"/>
              <p:cNvSpPr>
                <a:spLocks/>
              </p:cNvSpPr>
              <p:nvPr/>
            </p:nvSpPr>
            <p:spPr bwMode="auto">
              <a:xfrm>
                <a:off x="1264" y="2664"/>
                <a:ext cx="68" cy="46"/>
              </a:xfrm>
              <a:custGeom>
                <a:avLst/>
                <a:gdLst>
                  <a:gd name="T0" fmla="*/ 0 w 1215"/>
                  <a:gd name="T1" fmla="*/ 0 h 841"/>
                  <a:gd name="T2" fmla="*/ 0 w 1215"/>
                  <a:gd name="T3" fmla="*/ 0 h 841"/>
                  <a:gd name="T4" fmla="*/ 0 w 1215"/>
                  <a:gd name="T5" fmla="*/ 0 h 841"/>
                  <a:gd name="T6" fmla="*/ 0 w 1215"/>
                  <a:gd name="T7" fmla="*/ 0 h 841"/>
                  <a:gd name="T8" fmla="*/ 0 w 1215"/>
                  <a:gd name="T9" fmla="*/ 0 h 841"/>
                  <a:gd name="T10" fmla="*/ 0 w 1215"/>
                  <a:gd name="T11" fmla="*/ 0 h 841"/>
                  <a:gd name="T12" fmla="*/ 0 w 1215"/>
                  <a:gd name="T13" fmla="*/ 0 h 841"/>
                  <a:gd name="T14" fmla="*/ 0 w 1215"/>
                  <a:gd name="T15" fmla="*/ 0 h 841"/>
                  <a:gd name="T16" fmla="*/ 0 w 1215"/>
                  <a:gd name="T17" fmla="*/ 0 h 841"/>
                  <a:gd name="T18" fmla="*/ 0 w 1215"/>
                  <a:gd name="T19" fmla="*/ 0 h 841"/>
                  <a:gd name="T20" fmla="*/ 0 w 1215"/>
                  <a:gd name="T21" fmla="*/ 0 h 841"/>
                  <a:gd name="T22" fmla="*/ 0 w 1215"/>
                  <a:gd name="T23" fmla="*/ 0 h 841"/>
                  <a:gd name="T24" fmla="*/ 0 w 1215"/>
                  <a:gd name="T25" fmla="*/ 0 h 841"/>
                  <a:gd name="T26" fmla="*/ 0 w 1215"/>
                  <a:gd name="T27" fmla="*/ 0 h 841"/>
                  <a:gd name="T28" fmla="*/ 0 w 1215"/>
                  <a:gd name="T29" fmla="*/ 0 h 841"/>
                  <a:gd name="T30" fmla="*/ 0 w 1215"/>
                  <a:gd name="T31" fmla="*/ 0 h 841"/>
                  <a:gd name="T32" fmla="*/ 0 w 1215"/>
                  <a:gd name="T33" fmla="*/ 0 h 841"/>
                  <a:gd name="T34" fmla="*/ 0 w 1215"/>
                  <a:gd name="T35" fmla="*/ 0 h 841"/>
                  <a:gd name="T36" fmla="*/ 0 w 1215"/>
                  <a:gd name="T37" fmla="*/ 0 h 841"/>
                  <a:gd name="T38" fmla="*/ 0 w 1215"/>
                  <a:gd name="T39" fmla="*/ 0 h 841"/>
                  <a:gd name="T40" fmla="*/ 0 w 1215"/>
                  <a:gd name="T41" fmla="*/ 0 h 841"/>
                  <a:gd name="T42" fmla="*/ 0 w 1215"/>
                  <a:gd name="T43" fmla="*/ 0 h 841"/>
                  <a:gd name="T44" fmla="*/ 0 w 1215"/>
                  <a:gd name="T45" fmla="*/ 0 h 841"/>
                  <a:gd name="T46" fmla="*/ 0 w 1215"/>
                  <a:gd name="T47" fmla="*/ 0 h 841"/>
                  <a:gd name="T48" fmla="*/ 0 w 1215"/>
                  <a:gd name="T49" fmla="*/ 0 h 841"/>
                  <a:gd name="T50" fmla="*/ 0 w 1215"/>
                  <a:gd name="T51" fmla="*/ 0 h 841"/>
                  <a:gd name="T52" fmla="*/ 0 w 1215"/>
                  <a:gd name="T53" fmla="*/ 0 h 841"/>
                  <a:gd name="T54" fmla="*/ 0 w 1215"/>
                  <a:gd name="T55" fmla="*/ 0 h 841"/>
                  <a:gd name="T56" fmla="*/ 0 w 1215"/>
                  <a:gd name="T57" fmla="*/ 0 h 841"/>
                  <a:gd name="T58" fmla="*/ 0 w 1215"/>
                  <a:gd name="T59" fmla="*/ 0 h 841"/>
                  <a:gd name="T60" fmla="*/ 0 w 1215"/>
                  <a:gd name="T61" fmla="*/ 0 h 841"/>
                  <a:gd name="T62" fmla="*/ 0 w 1215"/>
                  <a:gd name="T63" fmla="*/ 0 h 841"/>
                  <a:gd name="T64" fmla="*/ 0 w 1215"/>
                  <a:gd name="T65" fmla="*/ 0 h 841"/>
                  <a:gd name="T66" fmla="*/ 0 w 1215"/>
                  <a:gd name="T67" fmla="*/ 0 h 841"/>
                  <a:gd name="T68" fmla="*/ 0 w 1215"/>
                  <a:gd name="T69" fmla="*/ 0 h 841"/>
                  <a:gd name="T70" fmla="*/ 0 w 1215"/>
                  <a:gd name="T71" fmla="*/ 0 h 841"/>
                  <a:gd name="T72" fmla="*/ 0 w 1215"/>
                  <a:gd name="T73" fmla="*/ 0 h 841"/>
                  <a:gd name="T74" fmla="*/ 0 w 1215"/>
                  <a:gd name="T75" fmla="*/ 0 h 841"/>
                  <a:gd name="T76" fmla="*/ 0 w 1215"/>
                  <a:gd name="T77" fmla="*/ 0 h 841"/>
                  <a:gd name="T78" fmla="*/ 0 w 1215"/>
                  <a:gd name="T79" fmla="*/ 0 h 841"/>
                  <a:gd name="T80" fmla="*/ 0 w 1215"/>
                  <a:gd name="T81" fmla="*/ 0 h 841"/>
                  <a:gd name="T82" fmla="*/ 0 w 1215"/>
                  <a:gd name="T83" fmla="*/ 0 h 841"/>
                  <a:gd name="T84" fmla="*/ 0 w 1215"/>
                  <a:gd name="T85" fmla="*/ 0 h 841"/>
                  <a:gd name="T86" fmla="*/ 0 w 1215"/>
                  <a:gd name="T87" fmla="*/ 0 h 841"/>
                  <a:gd name="T88" fmla="*/ 0 w 1215"/>
                  <a:gd name="T89" fmla="*/ 0 h 841"/>
                  <a:gd name="T90" fmla="*/ 0 w 1215"/>
                  <a:gd name="T91" fmla="*/ 0 h 841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215"/>
                  <a:gd name="T139" fmla="*/ 0 h 841"/>
                  <a:gd name="T140" fmla="*/ 1215 w 1215"/>
                  <a:gd name="T141" fmla="*/ 841 h 841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215" h="841">
                    <a:moveTo>
                      <a:pt x="105" y="415"/>
                    </a:moveTo>
                    <a:lnTo>
                      <a:pt x="105" y="287"/>
                    </a:lnTo>
                    <a:lnTo>
                      <a:pt x="60" y="287"/>
                    </a:lnTo>
                    <a:lnTo>
                      <a:pt x="0" y="0"/>
                    </a:lnTo>
                    <a:lnTo>
                      <a:pt x="1215" y="287"/>
                    </a:lnTo>
                    <a:lnTo>
                      <a:pt x="743" y="287"/>
                    </a:lnTo>
                    <a:lnTo>
                      <a:pt x="743" y="511"/>
                    </a:lnTo>
                    <a:lnTo>
                      <a:pt x="743" y="716"/>
                    </a:lnTo>
                    <a:lnTo>
                      <a:pt x="737" y="720"/>
                    </a:lnTo>
                    <a:lnTo>
                      <a:pt x="731" y="736"/>
                    </a:lnTo>
                    <a:lnTo>
                      <a:pt x="725" y="744"/>
                    </a:lnTo>
                    <a:lnTo>
                      <a:pt x="712" y="757"/>
                    </a:lnTo>
                    <a:lnTo>
                      <a:pt x="700" y="767"/>
                    </a:lnTo>
                    <a:lnTo>
                      <a:pt x="686" y="777"/>
                    </a:lnTo>
                    <a:lnTo>
                      <a:pt x="671" y="783"/>
                    </a:lnTo>
                    <a:lnTo>
                      <a:pt x="653" y="796"/>
                    </a:lnTo>
                    <a:lnTo>
                      <a:pt x="639" y="800"/>
                    </a:lnTo>
                    <a:lnTo>
                      <a:pt x="618" y="814"/>
                    </a:lnTo>
                    <a:lnTo>
                      <a:pt x="598" y="818"/>
                    </a:lnTo>
                    <a:lnTo>
                      <a:pt x="575" y="822"/>
                    </a:lnTo>
                    <a:lnTo>
                      <a:pt x="557" y="831"/>
                    </a:lnTo>
                    <a:lnTo>
                      <a:pt x="534" y="831"/>
                    </a:lnTo>
                    <a:lnTo>
                      <a:pt x="511" y="837"/>
                    </a:lnTo>
                    <a:lnTo>
                      <a:pt x="487" y="841"/>
                    </a:lnTo>
                    <a:lnTo>
                      <a:pt x="464" y="841"/>
                    </a:lnTo>
                    <a:lnTo>
                      <a:pt x="440" y="841"/>
                    </a:lnTo>
                    <a:lnTo>
                      <a:pt x="419" y="841"/>
                    </a:lnTo>
                    <a:lnTo>
                      <a:pt x="391" y="841"/>
                    </a:lnTo>
                    <a:lnTo>
                      <a:pt x="365" y="841"/>
                    </a:lnTo>
                    <a:lnTo>
                      <a:pt x="342" y="839"/>
                    </a:lnTo>
                    <a:lnTo>
                      <a:pt x="318" y="833"/>
                    </a:lnTo>
                    <a:lnTo>
                      <a:pt x="295" y="831"/>
                    </a:lnTo>
                    <a:lnTo>
                      <a:pt x="275" y="828"/>
                    </a:lnTo>
                    <a:lnTo>
                      <a:pt x="252" y="822"/>
                    </a:lnTo>
                    <a:lnTo>
                      <a:pt x="234" y="814"/>
                    </a:lnTo>
                    <a:lnTo>
                      <a:pt x="215" y="808"/>
                    </a:lnTo>
                    <a:lnTo>
                      <a:pt x="193" y="798"/>
                    </a:lnTo>
                    <a:lnTo>
                      <a:pt x="179" y="790"/>
                    </a:lnTo>
                    <a:lnTo>
                      <a:pt x="166" y="781"/>
                    </a:lnTo>
                    <a:lnTo>
                      <a:pt x="152" y="769"/>
                    </a:lnTo>
                    <a:lnTo>
                      <a:pt x="138" y="759"/>
                    </a:lnTo>
                    <a:lnTo>
                      <a:pt x="127" y="751"/>
                    </a:lnTo>
                    <a:lnTo>
                      <a:pt x="117" y="740"/>
                    </a:lnTo>
                    <a:lnTo>
                      <a:pt x="109" y="726"/>
                    </a:lnTo>
                    <a:lnTo>
                      <a:pt x="105" y="716"/>
                    </a:lnTo>
                    <a:lnTo>
                      <a:pt x="105" y="41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" name="Line 75"/>
              <p:cNvSpPr>
                <a:spLocks noChangeShapeType="1"/>
              </p:cNvSpPr>
              <p:nvPr/>
            </p:nvSpPr>
            <p:spPr bwMode="auto">
              <a:xfrm flipH="1">
                <a:off x="1333" y="2610"/>
                <a:ext cx="94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9" name="Freeform 76"/>
              <p:cNvSpPr>
                <a:spLocks/>
              </p:cNvSpPr>
              <p:nvPr/>
            </p:nvSpPr>
            <p:spPr bwMode="auto">
              <a:xfrm>
                <a:off x="1270" y="2684"/>
                <a:ext cx="99" cy="116"/>
              </a:xfrm>
              <a:custGeom>
                <a:avLst/>
                <a:gdLst>
                  <a:gd name="T0" fmla="*/ 0 w 1795"/>
                  <a:gd name="T1" fmla="*/ 0 h 2087"/>
                  <a:gd name="T2" fmla="*/ 0 w 1795"/>
                  <a:gd name="T3" fmla="*/ 0 h 2087"/>
                  <a:gd name="T4" fmla="*/ 0 w 1795"/>
                  <a:gd name="T5" fmla="*/ 0 h 2087"/>
                  <a:gd name="T6" fmla="*/ 0 w 1795"/>
                  <a:gd name="T7" fmla="*/ 0 h 2087"/>
                  <a:gd name="T8" fmla="*/ 0 w 1795"/>
                  <a:gd name="T9" fmla="*/ 0 h 2087"/>
                  <a:gd name="T10" fmla="*/ 0 w 1795"/>
                  <a:gd name="T11" fmla="*/ 0 h 2087"/>
                  <a:gd name="T12" fmla="*/ 0 w 1795"/>
                  <a:gd name="T13" fmla="*/ 0 h 2087"/>
                  <a:gd name="T14" fmla="*/ 0 w 1795"/>
                  <a:gd name="T15" fmla="*/ 0 h 2087"/>
                  <a:gd name="T16" fmla="*/ 0 w 1795"/>
                  <a:gd name="T17" fmla="*/ 0 h 2087"/>
                  <a:gd name="T18" fmla="*/ 0 w 1795"/>
                  <a:gd name="T19" fmla="*/ 0 h 2087"/>
                  <a:gd name="T20" fmla="*/ 0 w 1795"/>
                  <a:gd name="T21" fmla="*/ 0 h 2087"/>
                  <a:gd name="T22" fmla="*/ 0 w 1795"/>
                  <a:gd name="T23" fmla="*/ 0 h 2087"/>
                  <a:gd name="T24" fmla="*/ 0 w 1795"/>
                  <a:gd name="T25" fmla="*/ 0 h 2087"/>
                  <a:gd name="T26" fmla="*/ 0 w 1795"/>
                  <a:gd name="T27" fmla="*/ 0 h 2087"/>
                  <a:gd name="T28" fmla="*/ 0 w 1795"/>
                  <a:gd name="T29" fmla="*/ 0 h 2087"/>
                  <a:gd name="T30" fmla="*/ 0 w 1795"/>
                  <a:gd name="T31" fmla="*/ 0 h 2087"/>
                  <a:gd name="T32" fmla="*/ 0 w 1795"/>
                  <a:gd name="T33" fmla="*/ 0 h 2087"/>
                  <a:gd name="T34" fmla="*/ 0 w 1795"/>
                  <a:gd name="T35" fmla="*/ 0 h 2087"/>
                  <a:gd name="T36" fmla="*/ 0 w 1795"/>
                  <a:gd name="T37" fmla="*/ 0 h 2087"/>
                  <a:gd name="T38" fmla="*/ 0 w 1795"/>
                  <a:gd name="T39" fmla="*/ 0 h 2087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795"/>
                  <a:gd name="T61" fmla="*/ 0 h 2087"/>
                  <a:gd name="T62" fmla="*/ 1795 w 1795"/>
                  <a:gd name="T63" fmla="*/ 2087 h 2087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795" h="2087">
                    <a:moveTo>
                      <a:pt x="1520" y="0"/>
                    </a:moveTo>
                    <a:lnTo>
                      <a:pt x="1727" y="51"/>
                    </a:lnTo>
                    <a:lnTo>
                      <a:pt x="1727" y="1354"/>
                    </a:lnTo>
                    <a:lnTo>
                      <a:pt x="1795" y="1428"/>
                    </a:lnTo>
                    <a:lnTo>
                      <a:pt x="1795" y="1634"/>
                    </a:lnTo>
                    <a:lnTo>
                      <a:pt x="1622" y="1838"/>
                    </a:lnTo>
                    <a:lnTo>
                      <a:pt x="1497" y="1869"/>
                    </a:lnTo>
                    <a:lnTo>
                      <a:pt x="1181" y="1744"/>
                    </a:lnTo>
                    <a:lnTo>
                      <a:pt x="643" y="1806"/>
                    </a:lnTo>
                    <a:lnTo>
                      <a:pt x="0" y="2087"/>
                    </a:lnTo>
                    <a:lnTo>
                      <a:pt x="596" y="1773"/>
                    </a:lnTo>
                    <a:lnTo>
                      <a:pt x="804" y="1572"/>
                    </a:lnTo>
                    <a:lnTo>
                      <a:pt x="1105" y="1460"/>
                    </a:lnTo>
                    <a:lnTo>
                      <a:pt x="1105" y="1036"/>
                    </a:lnTo>
                    <a:lnTo>
                      <a:pt x="1021" y="773"/>
                    </a:lnTo>
                    <a:lnTo>
                      <a:pt x="1021" y="630"/>
                    </a:lnTo>
                    <a:lnTo>
                      <a:pt x="1303" y="1428"/>
                    </a:lnTo>
                    <a:lnTo>
                      <a:pt x="1622" y="1428"/>
                    </a:lnTo>
                    <a:lnTo>
                      <a:pt x="1520" y="1161"/>
                    </a:lnTo>
                    <a:lnTo>
                      <a:pt x="1520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0" name="Freeform 77"/>
              <p:cNvSpPr>
                <a:spLocks/>
              </p:cNvSpPr>
              <p:nvPr/>
            </p:nvSpPr>
            <p:spPr bwMode="auto">
              <a:xfrm>
                <a:off x="1176" y="2826"/>
                <a:ext cx="89" cy="50"/>
              </a:xfrm>
              <a:custGeom>
                <a:avLst/>
                <a:gdLst>
                  <a:gd name="T0" fmla="*/ 0 w 1599"/>
                  <a:gd name="T1" fmla="*/ 0 h 905"/>
                  <a:gd name="T2" fmla="*/ 0 w 1599"/>
                  <a:gd name="T3" fmla="*/ 0 h 905"/>
                  <a:gd name="T4" fmla="*/ 0 w 1599"/>
                  <a:gd name="T5" fmla="*/ 0 h 905"/>
                  <a:gd name="T6" fmla="*/ 0 w 1599"/>
                  <a:gd name="T7" fmla="*/ 0 h 905"/>
                  <a:gd name="T8" fmla="*/ 0 w 1599"/>
                  <a:gd name="T9" fmla="*/ 0 h 905"/>
                  <a:gd name="T10" fmla="*/ 0 w 1599"/>
                  <a:gd name="T11" fmla="*/ 0 h 905"/>
                  <a:gd name="T12" fmla="*/ 0 w 1599"/>
                  <a:gd name="T13" fmla="*/ 0 h 905"/>
                  <a:gd name="T14" fmla="*/ 0 w 1599"/>
                  <a:gd name="T15" fmla="*/ 0 h 905"/>
                  <a:gd name="T16" fmla="*/ 0 w 1599"/>
                  <a:gd name="T17" fmla="*/ 0 h 905"/>
                  <a:gd name="T18" fmla="*/ 0 w 1599"/>
                  <a:gd name="T19" fmla="*/ 0 h 905"/>
                  <a:gd name="T20" fmla="*/ 0 w 1599"/>
                  <a:gd name="T21" fmla="*/ 0 h 905"/>
                  <a:gd name="T22" fmla="*/ 0 w 1599"/>
                  <a:gd name="T23" fmla="*/ 0 h 905"/>
                  <a:gd name="T24" fmla="*/ 0 w 1599"/>
                  <a:gd name="T25" fmla="*/ 0 h 905"/>
                  <a:gd name="T26" fmla="*/ 0 w 1599"/>
                  <a:gd name="T27" fmla="*/ 0 h 905"/>
                  <a:gd name="T28" fmla="*/ 0 w 1599"/>
                  <a:gd name="T29" fmla="*/ 0 h 905"/>
                  <a:gd name="T30" fmla="*/ 0 w 1599"/>
                  <a:gd name="T31" fmla="*/ 0 h 905"/>
                  <a:gd name="T32" fmla="*/ 0 w 1599"/>
                  <a:gd name="T33" fmla="*/ 0 h 905"/>
                  <a:gd name="T34" fmla="*/ 0 w 1599"/>
                  <a:gd name="T35" fmla="*/ 0 h 905"/>
                  <a:gd name="T36" fmla="*/ 0 w 1599"/>
                  <a:gd name="T37" fmla="*/ 0 h 905"/>
                  <a:gd name="T38" fmla="*/ 0 w 1599"/>
                  <a:gd name="T39" fmla="*/ 0 h 905"/>
                  <a:gd name="T40" fmla="*/ 0 w 1599"/>
                  <a:gd name="T41" fmla="*/ 0 h 905"/>
                  <a:gd name="T42" fmla="*/ 0 w 1599"/>
                  <a:gd name="T43" fmla="*/ 0 h 905"/>
                  <a:gd name="T44" fmla="*/ 0 w 1599"/>
                  <a:gd name="T45" fmla="*/ 0 h 905"/>
                  <a:gd name="T46" fmla="*/ 0 w 1599"/>
                  <a:gd name="T47" fmla="*/ 0 h 905"/>
                  <a:gd name="T48" fmla="*/ 0 w 1599"/>
                  <a:gd name="T49" fmla="*/ 0 h 905"/>
                  <a:gd name="T50" fmla="*/ 0 w 1599"/>
                  <a:gd name="T51" fmla="*/ 0 h 905"/>
                  <a:gd name="T52" fmla="*/ 0 w 1599"/>
                  <a:gd name="T53" fmla="*/ 0 h 905"/>
                  <a:gd name="T54" fmla="*/ 0 w 1599"/>
                  <a:gd name="T55" fmla="*/ 0 h 905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1599"/>
                  <a:gd name="T85" fmla="*/ 0 h 905"/>
                  <a:gd name="T86" fmla="*/ 1599 w 1599"/>
                  <a:gd name="T87" fmla="*/ 905 h 905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1599" h="905">
                    <a:moveTo>
                      <a:pt x="12" y="905"/>
                    </a:moveTo>
                    <a:lnTo>
                      <a:pt x="0" y="639"/>
                    </a:lnTo>
                    <a:lnTo>
                      <a:pt x="82" y="532"/>
                    </a:lnTo>
                    <a:lnTo>
                      <a:pt x="281" y="594"/>
                    </a:lnTo>
                    <a:lnTo>
                      <a:pt x="400" y="594"/>
                    </a:lnTo>
                    <a:lnTo>
                      <a:pt x="632" y="234"/>
                    </a:lnTo>
                    <a:lnTo>
                      <a:pt x="843" y="234"/>
                    </a:lnTo>
                    <a:lnTo>
                      <a:pt x="718" y="0"/>
                    </a:lnTo>
                    <a:lnTo>
                      <a:pt x="962" y="0"/>
                    </a:lnTo>
                    <a:lnTo>
                      <a:pt x="1389" y="312"/>
                    </a:lnTo>
                    <a:lnTo>
                      <a:pt x="1511" y="312"/>
                    </a:lnTo>
                    <a:lnTo>
                      <a:pt x="1599" y="357"/>
                    </a:lnTo>
                    <a:lnTo>
                      <a:pt x="1548" y="456"/>
                    </a:lnTo>
                    <a:lnTo>
                      <a:pt x="1076" y="782"/>
                    </a:lnTo>
                    <a:lnTo>
                      <a:pt x="1168" y="626"/>
                    </a:lnTo>
                    <a:lnTo>
                      <a:pt x="1266" y="575"/>
                    </a:lnTo>
                    <a:lnTo>
                      <a:pt x="1340" y="456"/>
                    </a:lnTo>
                    <a:lnTo>
                      <a:pt x="1037" y="123"/>
                    </a:lnTo>
                    <a:lnTo>
                      <a:pt x="1037" y="373"/>
                    </a:lnTo>
                    <a:lnTo>
                      <a:pt x="747" y="860"/>
                    </a:lnTo>
                    <a:lnTo>
                      <a:pt x="620" y="860"/>
                    </a:lnTo>
                    <a:lnTo>
                      <a:pt x="575" y="782"/>
                    </a:lnTo>
                    <a:lnTo>
                      <a:pt x="671" y="813"/>
                    </a:lnTo>
                    <a:lnTo>
                      <a:pt x="852" y="456"/>
                    </a:lnTo>
                    <a:lnTo>
                      <a:pt x="755" y="357"/>
                    </a:lnTo>
                    <a:lnTo>
                      <a:pt x="412" y="796"/>
                    </a:lnTo>
                    <a:lnTo>
                      <a:pt x="195" y="686"/>
                    </a:lnTo>
                    <a:lnTo>
                      <a:pt x="12" y="905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1" name="Freeform 78"/>
              <p:cNvSpPr>
                <a:spLocks/>
              </p:cNvSpPr>
              <p:nvPr/>
            </p:nvSpPr>
            <p:spPr bwMode="auto">
              <a:xfrm>
                <a:off x="1230" y="2806"/>
                <a:ext cx="16" cy="28"/>
              </a:xfrm>
              <a:custGeom>
                <a:avLst/>
                <a:gdLst>
                  <a:gd name="T0" fmla="*/ 0 w 289"/>
                  <a:gd name="T1" fmla="*/ 0 h 501"/>
                  <a:gd name="T2" fmla="*/ 0 w 289"/>
                  <a:gd name="T3" fmla="*/ 0 h 501"/>
                  <a:gd name="T4" fmla="*/ 0 w 289"/>
                  <a:gd name="T5" fmla="*/ 0 h 501"/>
                  <a:gd name="T6" fmla="*/ 0 w 289"/>
                  <a:gd name="T7" fmla="*/ 0 h 501"/>
                  <a:gd name="T8" fmla="*/ 0 w 289"/>
                  <a:gd name="T9" fmla="*/ 0 h 501"/>
                  <a:gd name="T10" fmla="*/ 0 w 289"/>
                  <a:gd name="T11" fmla="*/ 0 h 501"/>
                  <a:gd name="T12" fmla="*/ 0 w 289"/>
                  <a:gd name="T13" fmla="*/ 0 h 501"/>
                  <a:gd name="T14" fmla="*/ 0 w 289"/>
                  <a:gd name="T15" fmla="*/ 0 h 50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89"/>
                  <a:gd name="T25" fmla="*/ 0 h 501"/>
                  <a:gd name="T26" fmla="*/ 289 w 289"/>
                  <a:gd name="T27" fmla="*/ 501 h 501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89" h="501">
                    <a:moveTo>
                      <a:pt x="0" y="139"/>
                    </a:moveTo>
                    <a:lnTo>
                      <a:pt x="46" y="0"/>
                    </a:lnTo>
                    <a:lnTo>
                      <a:pt x="146" y="0"/>
                    </a:lnTo>
                    <a:lnTo>
                      <a:pt x="216" y="107"/>
                    </a:lnTo>
                    <a:lnTo>
                      <a:pt x="289" y="501"/>
                    </a:lnTo>
                    <a:lnTo>
                      <a:pt x="119" y="96"/>
                    </a:lnTo>
                    <a:lnTo>
                      <a:pt x="74" y="96"/>
                    </a:lnTo>
                    <a:lnTo>
                      <a:pt x="0" y="13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" name="Freeform 79"/>
              <p:cNvSpPr>
                <a:spLocks/>
              </p:cNvSpPr>
              <p:nvPr/>
            </p:nvSpPr>
            <p:spPr bwMode="auto">
              <a:xfrm>
                <a:off x="1249" y="2809"/>
                <a:ext cx="9" cy="28"/>
              </a:xfrm>
              <a:custGeom>
                <a:avLst/>
                <a:gdLst>
                  <a:gd name="T0" fmla="*/ 0 w 160"/>
                  <a:gd name="T1" fmla="*/ 0 h 503"/>
                  <a:gd name="T2" fmla="*/ 0 w 160"/>
                  <a:gd name="T3" fmla="*/ 0 h 503"/>
                  <a:gd name="T4" fmla="*/ 0 w 160"/>
                  <a:gd name="T5" fmla="*/ 0 h 503"/>
                  <a:gd name="T6" fmla="*/ 0 w 160"/>
                  <a:gd name="T7" fmla="*/ 0 h 503"/>
                  <a:gd name="T8" fmla="*/ 0 w 160"/>
                  <a:gd name="T9" fmla="*/ 0 h 503"/>
                  <a:gd name="T10" fmla="*/ 0 w 160"/>
                  <a:gd name="T11" fmla="*/ 0 h 50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60"/>
                  <a:gd name="T19" fmla="*/ 0 h 503"/>
                  <a:gd name="T20" fmla="*/ 160 w 160"/>
                  <a:gd name="T21" fmla="*/ 503 h 50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60" h="503">
                    <a:moveTo>
                      <a:pt x="59" y="0"/>
                    </a:moveTo>
                    <a:lnTo>
                      <a:pt x="0" y="282"/>
                    </a:lnTo>
                    <a:lnTo>
                      <a:pt x="59" y="503"/>
                    </a:lnTo>
                    <a:lnTo>
                      <a:pt x="160" y="440"/>
                    </a:lnTo>
                    <a:lnTo>
                      <a:pt x="108" y="239"/>
                    </a:lnTo>
                    <a:lnTo>
                      <a:pt x="59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3" name="Freeform 80"/>
              <p:cNvSpPr>
                <a:spLocks/>
              </p:cNvSpPr>
              <p:nvPr/>
            </p:nvSpPr>
            <p:spPr bwMode="auto">
              <a:xfrm>
                <a:off x="1231" y="2797"/>
                <a:ext cx="37" cy="14"/>
              </a:xfrm>
              <a:custGeom>
                <a:avLst/>
                <a:gdLst>
                  <a:gd name="T0" fmla="*/ 0 w 675"/>
                  <a:gd name="T1" fmla="*/ 0 h 248"/>
                  <a:gd name="T2" fmla="*/ 0 w 675"/>
                  <a:gd name="T3" fmla="*/ 0 h 248"/>
                  <a:gd name="T4" fmla="*/ 0 w 675"/>
                  <a:gd name="T5" fmla="*/ 0 h 248"/>
                  <a:gd name="T6" fmla="*/ 0 w 675"/>
                  <a:gd name="T7" fmla="*/ 0 h 248"/>
                  <a:gd name="T8" fmla="*/ 0 w 675"/>
                  <a:gd name="T9" fmla="*/ 0 h 248"/>
                  <a:gd name="T10" fmla="*/ 0 w 675"/>
                  <a:gd name="T11" fmla="*/ 0 h 248"/>
                  <a:gd name="T12" fmla="*/ 0 w 675"/>
                  <a:gd name="T13" fmla="*/ 0 h 248"/>
                  <a:gd name="T14" fmla="*/ 0 w 675"/>
                  <a:gd name="T15" fmla="*/ 0 h 248"/>
                  <a:gd name="T16" fmla="*/ 0 w 675"/>
                  <a:gd name="T17" fmla="*/ 0 h 248"/>
                  <a:gd name="T18" fmla="*/ 0 w 675"/>
                  <a:gd name="T19" fmla="*/ 0 h 248"/>
                  <a:gd name="T20" fmla="*/ 0 w 675"/>
                  <a:gd name="T21" fmla="*/ 0 h 24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675"/>
                  <a:gd name="T34" fmla="*/ 0 h 248"/>
                  <a:gd name="T35" fmla="*/ 675 w 675"/>
                  <a:gd name="T36" fmla="*/ 248 h 24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675" h="248">
                    <a:moveTo>
                      <a:pt x="0" y="63"/>
                    </a:moveTo>
                    <a:lnTo>
                      <a:pt x="182" y="0"/>
                    </a:lnTo>
                    <a:lnTo>
                      <a:pt x="321" y="94"/>
                    </a:lnTo>
                    <a:lnTo>
                      <a:pt x="505" y="31"/>
                    </a:lnTo>
                    <a:lnTo>
                      <a:pt x="675" y="127"/>
                    </a:lnTo>
                    <a:lnTo>
                      <a:pt x="613" y="248"/>
                    </a:lnTo>
                    <a:lnTo>
                      <a:pt x="492" y="94"/>
                    </a:lnTo>
                    <a:lnTo>
                      <a:pt x="260" y="188"/>
                    </a:lnTo>
                    <a:lnTo>
                      <a:pt x="207" y="145"/>
                    </a:lnTo>
                    <a:lnTo>
                      <a:pt x="172" y="63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4" name="Freeform 81"/>
              <p:cNvSpPr>
                <a:spLocks/>
              </p:cNvSpPr>
              <p:nvPr/>
            </p:nvSpPr>
            <p:spPr bwMode="auto">
              <a:xfrm>
                <a:off x="1280" y="2790"/>
                <a:ext cx="24" cy="34"/>
              </a:xfrm>
              <a:custGeom>
                <a:avLst/>
                <a:gdLst>
                  <a:gd name="T0" fmla="*/ 0 w 427"/>
                  <a:gd name="T1" fmla="*/ 0 h 611"/>
                  <a:gd name="T2" fmla="*/ 0 w 427"/>
                  <a:gd name="T3" fmla="*/ 0 h 611"/>
                  <a:gd name="T4" fmla="*/ 0 w 427"/>
                  <a:gd name="T5" fmla="*/ 0 h 611"/>
                  <a:gd name="T6" fmla="*/ 0 w 427"/>
                  <a:gd name="T7" fmla="*/ 0 h 611"/>
                  <a:gd name="T8" fmla="*/ 0 w 427"/>
                  <a:gd name="T9" fmla="*/ 0 h 611"/>
                  <a:gd name="T10" fmla="*/ 0 w 427"/>
                  <a:gd name="T11" fmla="*/ 0 h 611"/>
                  <a:gd name="T12" fmla="*/ 0 w 427"/>
                  <a:gd name="T13" fmla="*/ 0 h 611"/>
                  <a:gd name="T14" fmla="*/ 0 w 427"/>
                  <a:gd name="T15" fmla="*/ 0 h 611"/>
                  <a:gd name="T16" fmla="*/ 0 w 427"/>
                  <a:gd name="T17" fmla="*/ 0 h 61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27"/>
                  <a:gd name="T28" fmla="*/ 0 h 611"/>
                  <a:gd name="T29" fmla="*/ 427 w 427"/>
                  <a:gd name="T30" fmla="*/ 611 h 61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27" h="611">
                    <a:moveTo>
                      <a:pt x="427" y="0"/>
                    </a:moveTo>
                    <a:lnTo>
                      <a:pt x="171" y="300"/>
                    </a:lnTo>
                    <a:lnTo>
                      <a:pt x="37" y="611"/>
                    </a:lnTo>
                    <a:lnTo>
                      <a:pt x="0" y="532"/>
                    </a:lnTo>
                    <a:lnTo>
                      <a:pt x="23" y="300"/>
                    </a:lnTo>
                    <a:lnTo>
                      <a:pt x="87" y="144"/>
                    </a:lnTo>
                    <a:lnTo>
                      <a:pt x="87" y="374"/>
                    </a:lnTo>
                    <a:lnTo>
                      <a:pt x="134" y="271"/>
                    </a:lnTo>
                    <a:lnTo>
                      <a:pt x="427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5" name="Freeform 82"/>
              <p:cNvSpPr>
                <a:spLocks/>
              </p:cNvSpPr>
              <p:nvPr/>
            </p:nvSpPr>
            <p:spPr bwMode="auto">
              <a:xfrm>
                <a:off x="1284" y="2812"/>
                <a:ext cx="68" cy="51"/>
              </a:xfrm>
              <a:custGeom>
                <a:avLst/>
                <a:gdLst>
                  <a:gd name="T0" fmla="*/ 0 w 1220"/>
                  <a:gd name="T1" fmla="*/ 0 h 918"/>
                  <a:gd name="T2" fmla="*/ 0 w 1220"/>
                  <a:gd name="T3" fmla="*/ 0 h 918"/>
                  <a:gd name="T4" fmla="*/ 0 w 1220"/>
                  <a:gd name="T5" fmla="*/ 0 h 918"/>
                  <a:gd name="T6" fmla="*/ 0 w 1220"/>
                  <a:gd name="T7" fmla="*/ 0 h 918"/>
                  <a:gd name="T8" fmla="*/ 0 w 1220"/>
                  <a:gd name="T9" fmla="*/ 0 h 918"/>
                  <a:gd name="T10" fmla="*/ 0 w 1220"/>
                  <a:gd name="T11" fmla="*/ 0 h 918"/>
                  <a:gd name="T12" fmla="*/ 0 w 1220"/>
                  <a:gd name="T13" fmla="*/ 0 h 918"/>
                  <a:gd name="T14" fmla="*/ 0 w 1220"/>
                  <a:gd name="T15" fmla="*/ 0 h 918"/>
                  <a:gd name="T16" fmla="*/ 0 w 1220"/>
                  <a:gd name="T17" fmla="*/ 0 h 918"/>
                  <a:gd name="T18" fmla="*/ 0 w 1220"/>
                  <a:gd name="T19" fmla="*/ 0 h 918"/>
                  <a:gd name="T20" fmla="*/ 0 w 1220"/>
                  <a:gd name="T21" fmla="*/ 0 h 918"/>
                  <a:gd name="T22" fmla="*/ 0 w 1220"/>
                  <a:gd name="T23" fmla="*/ 0 h 918"/>
                  <a:gd name="T24" fmla="*/ 0 w 1220"/>
                  <a:gd name="T25" fmla="*/ 0 h 918"/>
                  <a:gd name="T26" fmla="*/ 0 w 1220"/>
                  <a:gd name="T27" fmla="*/ 0 h 918"/>
                  <a:gd name="T28" fmla="*/ 0 w 1220"/>
                  <a:gd name="T29" fmla="*/ 0 h 918"/>
                  <a:gd name="T30" fmla="*/ 0 w 1220"/>
                  <a:gd name="T31" fmla="*/ 0 h 918"/>
                  <a:gd name="T32" fmla="*/ 0 w 1220"/>
                  <a:gd name="T33" fmla="*/ 0 h 91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220"/>
                  <a:gd name="T52" fmla="*/ 0 h 918"/>
                  <a:gd name="T53" fmla="*/ 1220 w 1220"/>
                  <a:gd name="T54" fmla="*/ 918 h 91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220" h="918">
                    <a:moveTo>
                      <a:pt x="545" y="101"/>
                    </a:moveTo>
                    <a:lnTo>
                      <a:pt x="0" y="354"/>
                    </a:lnTo>
                    <a:lnTo>
                      <a:pt x="134" y="510"/>
                    </a:lnTo>
                    <a:lnTo>
                      <a:pt x="488" y="622"/>
                    </a:lnTo>
                    <a:lnTo>
                      <a:pt x="329" y="405"/>
                    </a:lnTo>
                    <a:lnTo>
                      <a:pt x="574" y="249"/>
                    </a:lnTo>
                    <a:lnTo>
                      <a:pt x="914" y="249"/>
                    </a:lnTo>
                    <a:lnTo>
                      <a:pt x="709" y="405"/>
                    </a:lnTo>
                    <a:lnTo>
                      <a:pt x="754" y="575"/>
                    </a:lnTo>
                    <a:lnTo>
                      <a:pt x="501" y="918"/>
                    </a:lnTo>
                    <a:lnTo>
                      <a:pt x="1183" y="387"/>
                    </a:lnTo>
                    <a:lnTo>
                      <a:pt x="1220" y="198"/>
                    </a:lnTo>
                    <a:lnTo>
                      <a:pt x="1097" y="249"/>
                    </a:lnTo>
                    <a:lnTo>
                      <a:pt x="1050" y="186"/>
                    </a:lnTo>
                    <a:lnTo>
                      <a:pt x="1113" y="0"/>
                    </a:lnTo>
                    <a:lnTo>
                      <a:pt x="682" y="166"/>
                    </a:lnTo>
                    <a:lnTo>
                      <a:pt x="545" y="10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6" name="Freeform 83"/>
              <p:cNvSpPr>
                <a:spLocks/>
              </p:cNvSpPr>
              <p:nvPr/>
            </p:nvSpPr>
            <p:spPr bwMode="auto">
              <a:xfrm>
                <a:off x="1372" y="2746"/>
                <a:ext cx="42" cy="24"/>
              </a:xfrm>
              <a:custGeom>
                <a:avLst/>
                <a:gdLst>
                  <a:gd name="T0" fmla="*/ 0 w 755"/>
                  <a:gd name="T1" fmla="*/ 0 h 425"/>
                  <a:gd name="T2" fmla="*/ 0 w 755"/>
                  <a:gd name="T3" fmla="*/ 0 h 425"/>
                  <a:gd name="T4" fmla="*/ 0 w 755"/>
                  <a:gd name="T5" fmla="*/ 0 h 425"/>
                  <a:gd name="T6" fmla="*/ 0 w 755"/>
                  <a:gd name="T7" fmla="*/ 0 h 425"/>
                  <a:gd name="T8" fmla="*/ 0 w 755"/>
                  <a:gd name="T9" fmla="*/ 0 h 425"/>
                  <a:gd name="T10" fmla="*/ 0 w 755"/>
                  <a:gd name="T11" fmla="*/ 0 h 425"/>
                  <a:gd name="T12" fmla="*/ 0 w 755"/>
                  <a:gd name="T13" fmla="*/ 0 h 425"/>
                  <a:gd name="T14" fmla="*/ 0 w 755"/>
                  <a:gd name="T15" fmla="*/ 0 h 425"/>
                  <a:gd name="T16" fmla="*/ 0 w 755"/>
                  <a:gd name="T17" fmla="*/ 0 h 425"/>
                  <a:gd name="T18" fmla="*/ 0 w 755"/>
                  <a:gd name="T19" fmla="*/ 0 h 42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55"/>
                  <a:gd name="T31" fmla="*/ 0 h 425"/>
                  <a:gd name="T32" fmla="*/ 755 w 755"/>
                  <a:gd name="T33" fmla="*/ 425 h 42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55" h="425">
                    <a:moveTo>
                      <a:pt x="0" y="66"/>
                    </a:moveTo>
                    <a:lnTo>
                      <a:pt x="146" y="66"/>
                    </a:lnTo>
                    <a:lnTo>
                      <a:pt x="228" y="281"/>
                    </a:lnTo>
                    <a:lnTo>
                      <a:pt x="549" y="425"/>
                    </a:lnTo>
                    <a:lnTo>
                      <a:pt x="755" y="425"/>
                    </a:lnTo>
                    <a:lnTo>
                      <a:pt x="534" y="346"/>
                    </a:lnTo>
                    <a:lnTo>
                      <a:pt x="339" y="33"/>
                    </a:lnTo>
                    <a:lnTo>
                      <a:pt x="207" y="0"/>
                    </a:lnTo>
                    <a:lnTo>
                      <a:pt x="97" y="0"/>
                    </a:lnTo>
                    <a:lnTo>
                      <a:pt x="0" y="6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7" name="Freeform 84"/>
              <p:cNvSpPr>
                <a:spLocks/>
              </p:cNvSpPr>
              <p:nvPr/>
            </p:nvSpPr>
            <p:spPr bwMode="auto">
              <a:xfrm>
                <a:off x="1319" y="2805"/>
                <a:ext cx="64" cy="62"/>
              </a:xfrm>
              <a:custGeom>
                <a:avLst/>
                <a:gdLst>
                  <a:gd name="T0" fmla="*/ 0 w 1161"/>
                  <a:gd name="T1" fmla="*/ 0 h 1111"/>
                  <a:gd name="T2" fmla="*/ 0 w 1161"/>
                  <a:gd name="T3" fmla="*/ 0 h 1111"/>
                  <a:gd name="T4" fmla="*/ 0 w 1161"/>
                  <a:gd name="T5" fmla="*/ 0 h 1111"/>
                  <a:gd name="T6" fmla="*/ 0 w 1161"/>
                  <a:gd name="T7" fmla="*/ 0 h 1111"/>
                  <a:gd name="T8" fmla="*/ 0 w 1161"/>
                  <a:gd name="T9" fmla="*/ 0 h 1111"/>
                  <a:gd name="T10" fmla="*/ 0 w 1161"/>
                  <a:gd name="T11" fmla="*/ 0 h 1111"/>
                  <a:gd name="T12" fmla="*/ 0 w 1161"/>
                  <a:gd name="T13" fmla="*/ 0 h 1111"/>
                  <a:gd name="T14" fmla="*/ 0 w 1161"/>
                  <a:gd name="T15" fmla="*/ 0 h 1111"/>
                  <a:gd name="T16" fmla="*/ 0 w 1161"/>
                  <a:gd name="T17" fmla="*/ 0 h 1111"/>
                  <a:gd name="T18" fmla="*/ 0 w 1161"/>
                  <a:gd name="T19" fmla="*/ 0 h 1111"/>
                  <a:gd name="T20" fmla="*/ 0 w 1161"/>
                  <a:gd name="T21" fmla="*/ 0 h 1111"/>
                  <a:gd name="T22" fmla="*/ 0 w 1161"/>
                  <a:gd name="T23" fmla="*/ 0 h 1111"/>
                  <a:gd name="T24" fmla="*/ 0 w 1161"/>
                  <a:gd name="T25" fmla="*/ 0 h 1111"/>
                  <a:gd name="T26" fmla="*/ 0 w 1161"/>
                  <a:gd name="T27" fmla="*/ 0 h 1111"/>
                  <a:gd name="T28" fmla="*/ 0 w 1161"/>
                  <a:gd name="T29" fmla="*/ 0 h 1111"/>
                  <a:gd name="T30" fmla="*/ 0 w 1161"/>
                  <a:gd name="T31" fmla="*/ 0 h 111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161"/>
                  <a:gd name="T49" fmla="*/ 0 h 1111"/>
                  <a:gd name="T50" fmla="*/ 1161 w 1161"/>
                  <a:gd name="T51" fmla="*/ 1111 h 1111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161" h="1111">
                    <a:moveTo>
                      <a:pt x="0" y="1111"/>
                    </a:moveTo>
                    <a:lnTo>
                      <a:pt x="708" y="591"/>
                    </a:lnTo>
                    <a:lnTo>
                      <a:pt x="746" y="466"/>
                    </a:lnTo>
                    <a:lnTo>
                      <a:pt x="632" y="29"/>
                    </a:lnTo>
                    <a:lnTo>
                      <a:pt x="792" y="0"/>
                    </a:lnTo>
                    <a:lnTo>
                      <a:pt x="893" y="88"/>
                    </a:lnTo>
                    <a:lnTo>
                      <a:pt x="1100" y="0"/>
                    </a:lnTo>
                    <a:lnTo>
                      <a:pt x="1161" y="88"/>
                    </a:lnTo>
                    <a:lnTo>
                      <a:pt x="1012" y="466"/>
                    </a:lnTo>
                    <a:lnTo>
                      <a:pt x="893" y="479"/>
                    </a:lnTo>
                    <a:lnTo>
                      <a:pt x="833" y="530"/>
                    </a:lnTo>
                    <a:lnTo>
                      <a:pt x="876" y="624"/>
                    </a:lnTo>
                    <a:lnTo>
                      <a:pt x="734" y="671"/>
                    </a:lnTo>
                    <a:lnTo>
                      <a:pt x="599" y="949"/>
                    </a:lnTo>
                    <a:lnTo>
                      <a:pt x="462" y="888"/>
                    </a:lnTo>
                    <a:lnTo>
                      <a:pt x="0" y="1111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8" name="Freeform 85"/>
              <p:cNvSpPr>
                <a:spLocks/>
              </p:cNvSpPr>
              <p:nvPr/>
            </p:nvSpPr>
            <p:spPr bwMode="auto">
              <a:xfrm>
                <a:off x="1393" y="2793"/>
                <a:ext cx="20" cy="21"/>
              </a:xfrm>
              <a:custGeom>
                <a:avLst/>
                <a:gdLst>
                  <a:gd name="T0" fmla="*/ 0 w 356"/>
                  <a:gd name="T1" fmla="*/ 0 h 376"/>
                  <a:gd name="T2" fmla="*/ 0 w 356"/>
                  <a:gd name="T3" fmla="*/ 0 h 376"/>
                  <a:gd name="T4" fmla="*/ 0 w 356"/>
                  <a:gd name="T5" fmla="*/ 0 h 376"/>
                  <a:gd name="T6" fmla="*/ 0 w 356"/>
                  <a:gd name="T7" fmla="*/ 0 h 376"/>
                  <a:gd name="T8" fmla="*/ 0 w 356"/>
                  <a:gd name="T9" fmla="*/ 0 h 376"/>
                  <a:gd name="T10" fmla="*/ 0 w 356"/>
                  <a:gd name="T11" fmla="*/ 0 h 376"/>
                  <a:gd name="T12" fmla="*/ 0 w 356"/>
                  <a:gd name="T13" fmla="*/ 0 h 376"/>
                  <a:gd name="T14" fmla="*/ 0 w 356"/>
                  <a:gd name="T15" fmla="*/ 0 h 376"/>
                  <a:gd name="T16" fmla="*/ 0 w 356"/>
                  <a:gd name="T17" fmla="*/ 0 h 376"/>
                  <a:gd name="T18" fmla="*/ 0 w 356"/>
                  <a:gd name="T19" fmla="*/ 0 h 376"/>
                  <a:gd name="T20" fmla="*/ 0 w 356"/>
                  <a:gd name="T21" fmla="*/ 0 h 3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356"/>
                  <a:gd name="T34" fmla="*/ 0 h 376"/>
                  <a:gd name="T35" fmla="*/ 356 w 356"/>
                  <a:gd name="T36" fmla="*/ 376 h 37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356" h="376">
                    <a:moveTo>
                      <a:pt x="0" y="344"/>
                    </a:moveTo>
                    <a:lnTo>
                      <a:pt x="0" y="251"/>
                    </a:lnTo>
                    <a:lnTo>
                      <a:pt x="126" y="126"/>
                    </a:lnTo>
                    <a:lnTo>
                      <a:pt x="126" y="237"/>
                    </a:lnTo>
                    <a:lnTo>
                      <a:pt x="268" y="112"/>
                    </a:lnTo>
                    <a:lnTo>
                      <a:pt x="268" y="0"/>
                    </a:lnTo>
                    <a:lnTo>
                      <a:pt x="356" y="63"/>
                    </a:lnTo>
                    <a:lnTo>
                      <a:pt x="356" y="280"/>
                    </a:lnTo>
                    <a:lnTo>
                      <a:pt x="268" y="376"/>
                    </a:lnTo>
                    <a:lnTo>
                      <a:pt x="147" y="344"/>
                    </a:lnTo>
                    <a:lnTo>
                      <a:pt x="0" y="34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9" name="Freeform 86"/>
              <p:cNvSpPr>
                <a:spLocks/>
              </p:cNvSpPr>
              <p:nvPr/>
            </p:nvSpPr>
            <p:spPr bwMode="auto">
              <a:xfrm>
                <a:off x="1375" y="2817"/>
                <a:ext cx="39" cy="18"/>
              </a:xfrm>
              <a:custGeom>
                <a:avLst/>
                <a:gdLst>
                  <a:gd name="T0" fmla="*/ 0 w 705"/>
                  <a:gd name="T1" fmla="*/ 0 h 318"/>
                  <a:gd name="T2" fmla="*/ 0 w 705"/>
                  <a:gd name="T3" fmla="*/ 0 h 318"/>
                  <a:gd name="T4" fmla="*/ 0 w 705"/>
                  <a:gd name="T5" fmla="*/ 0 h 318"/>
                  <a:gd name="T6" fmla="*/ 0 w 705"/>
                  <a:gd name="T7" fmla="*/ 0 h 318"/>
                  <a:gd name="T8" fmla="*/ 0 w 705"/>
                  <a:gd name="T9" fmla="*/ 0 h 318"/>
                  <a:gd name="T10" fmla="*/ 0 w 705"/>
                  <a:gd name="T11" fmla="*/ 0 h 318"/>
                  <a:gd name="T12" fmla="*/ 0 w 705"/>
                  <a:gd name="T13" fmla="*/ 0 h 318"/>
                  <a:gd name="T14" fmla="*/ 0 w 705"/>
                  <a:gd name="T15" fmla="*/ 0 h 318"/>
                  <a:gd name="T16" fmla="*/ 0 w 705"/>
                  <a:gd name="T17" fmla="*/ 0 h 3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705"/>
                  <a:gd name="T28" fmla="*/ 0 h 318"/>
                  <a:gd name="T29" fmla="*/ 705 w 705"/>
                  <a:gd name="T30" fmla="*/ 318 h 318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705" h="318">
                    <a:moveTo>
                      <a:pt x="0" y="240"/>
                    </a:moveTo>
                    <a:lnTo>
                      <a:pt x="178" y="318"/>
                    </a:lnTo>
                    <a:lnTo>
                      <a:pt x="364" y="148"/>
                    </a:lnTo>
                    <a:lnTo>
                      <a:pt x="630" y="148"/>
                    </a:lnTo>
                    <a:lnTo>
                      <a:pt x="705" y="85"/>
                    </a:lnTo>
                    <a:lnTo>
                      <a:pt x="630" y="0"/>
                    </a:lnTo>
                    <a:lnTo>
                      <a:pt x="289" y="65"/>
                    </a:lnTo>
                    <a:lnTo>
                      <a:pt x="207" y="240"/>
                    </a:lnTo>
                    <a:lnTo>
                      <a:pt x="0" y="24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0" name="Freeform 87"/>
              <p:cNvSpPr>
                <a:spLocks/>
              </p:cNvSpPr>
              <p:nvPr/>
            </p:nvSpPr>
            <p:spPr bwMode="auto">
              <a:xfrm>
                <a:off x="1416" y="2782"/>
                <a:ext cx="9" cy="36"/>
              </a:xfrm>
              <a:custGeom>
                <a:avLst/>
                <a:gdLst>
                  <a:gd name="T0" fmla="*/ 0 w 159"/>
                  <a:gd name="T1" fmla="*/ 0 h 656"/>
                  <a:gd name="T2" fmla="*/ 0 w 159"/>
                  <a:gd name="T3" fmla="*/ 0 h 656"/>
                  <a:gd name="T4" fmla="*/ 0 w 159"/>
                  <a:gd name="T5" fmla="*/ 0 h 656"/>
                  <a:gd name="T6" fmla="*/ 0 w 159"/>
                  <a:gd name="T7" fmla="*/ 0 h 656"/>
                  <a:gd name="T8" fmla="*/ 0 w 159"/>
                  <a:gd name="T9" fmla="*/ 0 h 656"/>
                  <a:gd name="T10" fmla="*/ 0 w 159"/>
                  <a:gd name="T11" fmla="*/ 0 h 656"/>
                  <a:gd name="T12" fmla="*/ 0 w 159"/>
                  <a:gd name="T13" fmla="*/ 0 h 656"/>
                  <a:gd name="T14" fmla="*/ 0 w 159"/>
                  <a:gd name="T15" fmla="*/ 0 h 65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59"/>
                  <a:gd name="T25" fmla="*/ 0 h 656"/>
                  <a:gd name="T26" fmla="*/ 159 w 159"/>
                  <a:gd name="T27" fmla="*/ 656 h 65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59" h="656">
                    <a:moveTo>
                      <a:pt x="23" y="0"/>
                    </a:moveTo>
                    <a:lnTo>
                      <a:pt x="99" y="127"/>
                    </a:lnTo>
                    <a:lnTo>
                      <a:pt x="99" y="202"/>
                    </a:lnTo>
                    <a:lnTo>
                      <a:pt x="0" y="453"/>
                    </a:lnTo>
                    <a:lnTo>
                      <a:pt x="11" y="656"/>
                    </a:lnTo>
                    <a:lnTo>
                      <a:pt x="159" y="314"/>
                    </a:lnTo>
                    <a:lnTo>
                      <a:pt x="159" y="127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1" name="Freeform 88"/>
              <p:cNvSpPr>
                <a:spLocks/>
              </p:cNvSpPr>
              <p:nvPr/>
            </p:nvSpPr>
            <p:spPr bwMode="auto">
              <a:xfrm>
                <a:off x="1417" y="2793"/>
                <a:ext cx="16" cy="29"/>
              </a:xfrm>
              <a:custGeom>
                <a:avLst/>
                <a:gdLst>
                  <a:gd name="T0" fmla="*/ 0 w 280"/>
                  <a:gd name="T1" fmla="*/ 0 h 519"/>
                  <a:gd name="T2" fmla="*/ 0 w 280"/>
                  <a:gd name="T3" fmla="*/ 0 h 519"/>
                  <a:gd name="T4" fmla="*/ 0 w 280"/>
                  <a:gd name="T5" fmla="*/ 0 h 519"/>
                  <a:gd name="T6" fmla="*/ 0 w 280"/>
                  <a:gd name="T7" fmla="*/ 0 h 519"/>
                  <a:gd name="T8" fmla="*/ 0 w 280"/>
                  <a:gd name="T9" fmla="*/ 0 h 519"/>
                  <a:gd name="T10" fmla="*/ 0 w 280"/>
                  <a:gd name="T11" fmla="*/ 0 h 51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80"/>
                  <a:gd name="T19" fmla="*/ 0 h 519"/>
                  <a:gd name="T20" fmla="*/ 280 w 280"/>
                  <a:gd name="T21" fmla="*/ 519 h 51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80" h="519">
                    <a:moveTo>
                      <a:pt x="82" y="519"/>
                    </a:moveTo>
                    <a:lnTo>
                      <a:pt x="243" y="217"/>
                    </a:lnTo>
                    <a:lnTo>
                      <a:pt x="280" y="0"/>
                    </a:lnTo>
                    <a:lnTo>
                      <a:pt x="189" y="237"/>
                    </a:lnTo>
                    <a:lnTo>
                      <a:pt x="0" y="454"/>
                    </a:lnTo>
                    <a:lnTo>
                      <a:pt x="82" y="519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2" name="Freeform 89"/>
              <p:cNvSpPr>
                <a:spLocks/>
              </p:cNvSpPr>
              <p:nvPr/>
            </p:nvSpPr>
            <p:spPr bwMode="auto">
              <a:xfrm>
                <a:off x="1343" y="2845"/>
                <a:ext cx="102" cy="22"/>
              </a:xfrm>
              <a:custGeom>
                <a:avLst/>
                <a:gdLst>
                  <a:gd name="T0" fmla="*/ 0 w 1831"/>
                  <a:gd name="T1" fmla="*/ 0 h 394"/>
                  <a:gd name="T2" fmla="*/ 0 w 1831"/>
                  <a:gd name="T3" fmla="*/ 0 h 394"/>
                  <a:gd name="T4" fmla="*/ 0 w 1831"/>
                  <a:gd name="T5" fmla="*/ 0 h 394"/>
                  <a:gd name="T6" fmla="*/ 0 w 1831"/>
                  <a:gd name="T7" fmla="*/ 0 h 394"/>
                  <a:gd name="T8" fmla="*/ 0 w 1831"/>
                  <a:gd name="T9" fmla="*/ 0 h 394"/>
                  <a:gd name="T10" fmla="*/ 0 w 1831"/>
                  <a:gd name="T11" fmla="*/ 0 h 394"/>
                  <a:gd name="T12" fmla="*/ 0 w 1831"/>
                  <a:gd name="T13" fmla="*/ 0 h 394"/>
                  <a:gd name="T14" fmla="*/ 0 w 1831"/>
                  <a:gd name="T15" fmla="*/ 0 h 394"/>
                  <a:gd name="T16" fmla="*/ 0 w 1831"/>
                  <a:gd name="T17" fmla="*/ 0 h 39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31"/>
                  <a:gd name="T28" fmla="*/ 0 h 394"/>
                  <a:gd name="T29" fmla="*/ 1831 w 1831"/>
                  <a:gd name="T30" fmla="*/ 394 h 394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31" h="394">
                    <a:moveTo>
                      <a:pt x="0" y="394"/>
                    </a:moveTo>
                    <a:lnTo>
                      <a:pt x="503" y="201"/>
                    </a:lnTo>
                    <a:lnTo>
                      <a:pt x="1554" y="201"/>
                    </a:lnTo>
                    <a:lnTo>
                      <a:pt x="1554" y="0"/>
                    </a:lnTo>
                    <a:lnTo>
                      <a:pt x="1831" y="0"/>
                    </a:lnTo>
                    <a:lnTo>
                      <a:pt x="1831" y="201"/>
                    </a:lnTo>
                    <a:lnTo>
                      <a:pt x="1640" y="201"/>
                    </a:lnTo>
                    <a:lnTo>
                      <a:pt x="1640" y="394"/>
                    </a:lnTo>
                    <a:lnTo>
                      <a:pt x="0" y="394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3" name="Line 90"/>
              <p:cNvSpPr>
                <a:spLocks noChangeShapeType="1"/>
              </p:cNvSpPr>
              <p:nvPr/>
            </p:nvSpPr>
            <p:spPr bwMode="auto">
              <a:xfrm>
                <a:off x="1445" y="2641"/>
                <a:ext cx="1" cy="197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4" name="Freeform 91"/>
              <p:cNvSpPr>
                <a:spLocks/>
              </p:cNvSpPr>
              <p:nvPr/>
            </p:nvSpPr>
            <p:spPr bwMode="auto">
              <a:xfrm>
                <a:off x="1155" y="2715"/>
                <a:ext cx="32" cy="4"/>
              </a:xfrm>
              <a:custGeom>
                <a:avLst/>
                <a:gdLst>
                  <a:gd name="T0" fmla="*/ 0 w 573"/>
                  <a:gd name="T1" fmla="*/ 0 h 65"/>
                  <a:gd name="T2" fmla="*/ 0 w 573"/>
                  <a:gd name="T3" fmla="*/ 0 h 65"/>
                  <a:gd name="T4" fmla="*/ 0 w 573"/>
                  <a:gd name="T5" fmla="*/ 0 h 65"/>
                  <a:gd name="T6" fmla="*/ 0 w 573"/>
                  <a:gd name="T7" fmla="*/ 0 h 65"/>
                  <a:gd name="T8" fmla="*/ 0 w 573"/>
                  <a:gd name="T9" fmla="*/ 0 h 6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73"/>
                  <a:gd name="T16" fmla="*/ 0 h 65"/>
                  <a:gd name="T17" fmla="*/ 573 w 573"/>
                  <a:gd name="T18" fmla="*/ 65 h 6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73" h="65">
                    <a:moveTo>
                      <a:pt x="0" y="65"/>
                    </a:moveTo>
                    <a:lnTo>
                      <a:pt x="101" y="0"/>
                    </a:lnTo>
                    <a:lnTo>
                      <a:pt x="166" y="0"/>
                    </a:lnTo>
                    <a:lnTo>
                      <a:pt x="258" y="65"/>
                    </a:lnTo>
                    <a:lnTo>
                      <a:pt x="573" y="65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5" name="Freeform 92"/>
              <p:cNvSpPr>
                <a:spLocks/>
              </p:cNvSpPr>
              <p:nvPr/>
            </p:nvSpPr>
            <p:spPr bwMode="auto">
              <a:xfrm>
                <a:off x="1167" y="2639"/>
                <a:ext cx="42" cy="70"/>
              </a:xfrm>
              <a:custGeom>
                <a:avLst/>
                <a:gdLst>
                  <a:gd name="T0" fmla="*/ 0 w 758"/>
                  <a:gd name="T1" fmla="*/ 0 h 1256"/>
                  <a:gd name="T2" fmla="*/ 0 w 758"/>
                  <a:gd name="T3" fmla="*/ 0 h 1256"/>
                  <a:gd name="T4" fmla="*/ 0 w 758"/>
                  <a:gd name="T5" fmla="*/ 0 h 1256"/>
                  <a:gd name="T6" fmla="*/ 0 w 758"/>
                  <a:gd name="T7" fmla="*/ 0 h 1256"/>
                  <a:gd name="T8" fmla="*/ 0 w 758"/>
                  <a:gd name="T9" fmla="*/ 0 h 1256"/>
                  <a:gd name="T10" fmla="*/ 0 w 758"/>
                  <a:gd name="T11" fmla="*/ 0 h 1256"/>
                  <a:gd name="T12" fmla="*/ 0 w 758"/>
                  <a:gd name="T13" fmla="*/ 0 h 1256"/>
                  <a:gd name="T14" fmla="*/ 0 w 758"/>
                  <a:gd name="T15" fmla="*/ 0 h 1256"/>
                  <a:gd name="T16" fmla="*/ 0 w 758"/>
                  <a:gd name="T17" fmla="*/ 0 h 1256"/>
                  <a:gd name="T18" fmla="*/ 0 w 758"/>
                  <a:gd name="T19" fmla="*/ 0 h 1256"/>
                  <a:gd name="T20" fmla="*/ 0 w 758"/>
                  <a:gd name="T21" fmla="*/ 0 h 1256"/>
                  <a:gd name="T22" fmla="*/ 0 w 758"/>
                  <a:gd name="T23" fmla="*/ 0 h 125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758"/>
                  <a:gd name="T37" fmla="*/ 0 h 1256"/>
                  <a:gd name="T38" fmla="*/ 758 w 758"/>
                  <a:gd name="T39" fmla="*/ 1256 h 125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758" h="1256">
                    <a:moveTo>
                      <a:pt x="173" y="1256"/>
                    </a:moveTo>
                    <a:lnTo>
                      <a:pt x="227" y="639"/>
                    </a:lnTo>
                    <a:lnTo>
                      <a:pt x="78" y="639"/>
                    </a:lnTo>
                    <a:lnTo>
                      <a:pt x="0" y="567"/>
                    </a:lnTo>
                    <a:lnTo>
                      <a:pt x="0" y="281"/>
                    </a:lnTo>
                    <a:lnTo>
                      <a:pt x="356" y="0"/>
                    </a:lnTo>
                    <a:lnTo>
                      <a:pt x="460" y="86"/>
                    </a:lnTo>
                    <a:lnTo>
                      <a:pt x="758" y="86"/>
                    </a:lnTo>
                    <a:lnTo>
                      <a:pt x="758" y="317"/>
                    </a:lnTo>
                    <a:lnTo>
                      <a:pt x="487" y="317"/>
                    </a:lnTo>
                    <a:lnTo>
                      <a:pt x="341" y="452"/>
                    </a:lnTo>
                    <a:lnTo>
                      <a:pt x="173" y="1256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66" name="Freeform 93"/>
              <p:cNvSpPr>
                <a:spLocks/>
              </p:cNvSpPr>
              <p:nvPr/>
            </p:nvSpPr>
            <p:spPr bwMode="auto">
              <a:xfrm>
                <a:off x="1244" y="2695"/>
                <a:ext cx="21" cy="12"/>
              </a:xfrm>
              <a:custGeom>
                <a:avLst/>
                <a:gdLst>
                  <a:gd name="T0" fmla="*/ 0 w 378"/>
                  <a:gd name="T1" fmla="*/ 0 h 217"/>
                  <a:gd name="T2" fmla="*/ 0 w 378"/>
                  <a:gd name="T3" fmla="*/ 0 h 217"/>
                  <a:gd name="T4" fmla="*/ 0 w 378"/>
                  <a:gd name="T5" fmla="*/ 0 h 217"/>
                  <a:gd name="T6" fmla="*/ 0 w 378"/>
                  <a:gd name="T7" fmla="*/ 0 h 2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78"/>
                  <a:gd name="T13" fmla="*/ 0 h 217"/>
                  <a:gd name="T14" fmla="*/ 378 w 378"/>
                  <a:gd name="T15" fmla="*/ 217 h 2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78" h="217">
                    <a:moveTo>
                      <a:pt x="325" y="0"/>
                    </a:moveTo>
                    <a:lnTo>
                      <a:pt x="0" y="217"/>
                    </a:lnTo>
                    <a:lnTo>
                      <a:pt x="378" y="105"/>
                    </a:lnTo>
                    <a:lnTo>
                      <a:pt x="325" y="0"/>
                    </a:lnTo>
                    <a:close/>
                  </a:path>
                </a:pathLst>
              </a:custGeom>
              <a:solidFill>
                <a:srgbClr val="000000"/>
              </a:solidFill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277" name="Picture 94" descr="EDUCAT11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29" y="788"/>
              <a:ext cx="579" cy="3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78" name="Picture 95" descr="EDUCAT1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90" y="386"/>
              <a:ext cx="520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79" name="Text Box 96"/>
            <p:cNvSpPr txBox="1">
              <a:spLocks noChangeArrowheads="1"/>
            </p:cNvSpPr>
            <p:nvPr/>
          </p:nvSpPr>
          <p:spPr bwMode="auto">
            <a:xfrm>
              <a:off x="1966" y="1176"/>
              <a:ext cx="1246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 b="1">
                  <a:latin typeface="Times New Roman" panose="02020603050405020304" pitchFamily="18" charset="0"/>
                </a:rPr>
                <a:t>Teaching-Learning Procces</a:t>
              </a:r>
            </a:p>
          </p:txBody>
        </p:sp>
        <p:pic>
          <p:nvPicPr>
            <p:cNvPr id="1280" name="Picture 97" descr="g0501582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63" y="798"/>
              <a:ext cx="410" cy="3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0" name="AutoShape 98"/>
          <p:cNvSpPr>
            <a:spLocks noChangeArrowheads="1"/>
          </p:cNvSpPr>
          <p:nvPr/>
        </p:nvSpPr>
        <p:spPr bwMode="auto">
          <a:xfrm>
            <a:off x="6303963" y="1514475"/>
            <a:ext cx="841375" cy="1092200"/>
          </a:xfrm>
          <a:custGeom>
            <a:avLst/>
            <a:gdLst>
              <a:gd name="G0" fmla="+- 10640 0 0"/>
              <a:gd name="G1" fmla="+- 5432 0 0"/>
              <a:gd name="G2" fmla="+- 21600 0 5432"/>
              <a:gd name="G3" fmla="+- 10800 0 5432"/>
              <a:gd name="G4" fmla="+- 21600 0 10640"/>
              <a:gd name="G5" fmla="*/ G4 G3 10800"/>
              <a:gd name="G6" fmla="+- 21600 0 G5"/>
              <a:gd name="T0" fmla="*/ 10640 w 21600"/>
              <a:gd name="T1" fmla="*/ 0 h 21600"/>
              <a:gd name="T2" fmla="*/ 0 w 21600"/>
              <a:gd name="T3" fmla="*/ 10800 h 21600"/>
              <a:gd name="T4" fmla="*/ 1064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640" y="0"/>
                </a:moveTo>
                <a:lnTo>
                  <a:pt x="10640" y="5432"/>
                </a:lnTo>
                <a:lnTo>
                  <a:pt x="3375" y="5432"/>
                </a:lnTo>
                <a:lnTo>
                  <a:pt x="3375" y="16168"/>
                </a:lnTo>
                <a:lnTo>
                  <a:pt x="10640" y="16168"/>
                </a:lnTo>
                <a:lnTo>
                  <a:pt x="1064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32"/>
                </a:moveTo>
                <a:lnTo>
                  <a:pt x="1350" y="16168"/>
                </a:lnTo>
                <a:lnTo>
                  <a:pt x="2700" y="16168"/>
                </a:lnTo>
                <a:lnTo>
                  <a:pt x="2700" y="5432"/>
                </a:lnTo>
                <a:close/>
              </a:path>
              <a:path w="21600" h="21600">
                <a:moveTo>
                  <a:pt x="0" y="5432"/>
                </a:moveTo>
                <a:lnTo>
                  <a:pt x="0" y="16168"/>
                </a:lnTo>
                <a:lnTo>
                  <a:pt x="675" y="16168"/>
                </a:lnTo>
                <a:lnTo>
                  <a:pt x="675" y="5432"/>
                </a:lnTo>
                <a:close/>
              </a:path>
            </a:pathLst>
          </a:cu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id-ID">
              <a:latin typeface="Arial" charset="0"/>
              <a:ea typeface="ＭＳ Ｐゴシック" charset="0"/>
            </a:endParaRPr>
          </a:p>
        </p:txBody>
      </p:sp>
      <p:grpSp>
        <p:nvGrpSpPr>
          <p:cNvPr id="4" name="Group 99"/>
          <p:cNvGrpSpPr>
            <a:grpSpLocks/>
          </p:cNvGrpSpPr>
          <p:nvPr/>
        </p:nvGrpSpPr>
        <p:grpSpPr bwMode="auto">
          <a:xfrm>
            <a:off x="5253038" y="1393825"/>
            <a:ext cx="965200" cy="1439863"/>
            <a:chOff x="3489" y="371"/>
            <a:chExt cx="608" cy="907"/>
          </a:xfrm>
        </p:grpSpPr>
        <p:pic>
          <p:nvPicPr>
            <p:cNvPr id="1271" name="Picture 10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9" y="371"/>
              <a:ext cx="608" cy="7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72" name="Text Box 101"/>
            <p:cNvSpPr txBox="1">
              <a:spLocks noChangeArrowheads="1"/>
            </p:cNvSpPr>
            <p:nvPr/>
          </p:nvSpPr>
          <p:spPr bwMode="auto">
            <a:xfrm>
              <a:off x="3524" y="1105"/>
              <a:ext cx="54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200" b="1">
                  <a:latin typeface="Times New Roman" panose="02020603050405020304" pitchFamily="18" charset="0"/>
                </a:rPr>
                <a:t>Graduates</a:t>
              </a:r>
            </a:p>
          </p:txBody>
        </p:sp>
      </p:grpSp>
      <p:grpSp>
        <p:nvGrpSpPr>
          <p:cNvPr id="7" name="Group 102"/>
          <p:cNvGrpSpPr>
            <a:grpSpLocks/>
          </p:cNvGrpSpPr>
          <p:nvPr/>
        </p:nvGrpSpPr>
        <p:grpSpPr bwMode="auto">
          <a:xfrm>
            <a:off x="1849438" y="1455738"/>
            <a:ext cx="868362" cy="1517650"/>
            <a:chOff x="1279" y="420"/>
            <a:chExt cx="547" cy="956"/>
          </a:xfrm>
        </p:grpSpPr>
        <p:sp>
          <p:nvSpPr>
            <p:cNvPr id="1269" name="Text Box 103"/>
            <p:cNvSpPr txBox="1">
              <a:spLocks noChangeArrowheads="1"/>
            </p:cNvSpPr>
            <p:nvPr/>
          </p:nvSpPr>
          <p:spPr bwMode="auto">
            <a:xfrm>
              <a:off x="1279" y="1088"/>
              <a:ext cx="5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/>
              <a:r>
                <a:rPr lang="en-US" altLang="en-US" sz="1200" b="1">
                  <a:latin typeface="Times New Roman" panose="02020603050405020304" pitchFamily="18" charset="0"/>
                </a:rPr>
                <a:t>Incoming</a:t>
              </a:r>
            </a:p>
            <a:p>
              <a:pPr algn="ctr"/>
              <a:r>
                <a:rPr lang="en-US" altLang="en-US" sz="1200" b="1">
                  <a:latin typeface="Times New Roman" panose="02020603050405020304" pitchFamily="18" charset="0"/>
                </a:rPr>
                <a:t>Students</a:t>
              </a:r>
            </a:p>
          </p:txBody>
        </p:sp>
        <p:pic>
          <p:nvPicPr>
            <p:cNvPr id="1270" name="Picture 104" descr="incoming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20" y="420"/>
              <a:ext cx="506" cy="6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Group 105"/>
          <p:cNvGrpSpPr>
            <a:grpSpLocks/>
          </p:cNvGrpSpPr>
          <p:nvPr/>
        </p:nvGrpSpPr>
        <p:grpSpPr bwMode="auto">
          <a:xfrm>
            <a:off x="1130300" y="3309938"/>
            <a:ext cx="5645150" cy="3309937"/>
            <a:chOff x="643" y="2112"/>
            <a:chExt cx="3556" cy="2085"/>
          </a:xfrm>
        </p:grpSpPr>
        <p:sp>
          <p:nvSpPr>
            <p:cNvPr id="1068" name="AutoShape 106"/>
            <p:cNvSpPr>
              <a:spLocks noChangeArrowheads="1"/>
            </p:cNvSpPr>
            <p:nvPr/>
          </p:nvSpPr>
          <p:spPr bwMode="auto">
            <a:xfrm rot="-5400000">
              <a:off x="1374" y="1381"/>
              <a:ext cx="2066" cy="3528"/>
            </a:xfrm>
            <a:prstGeom prst="homePlate">
              <a:avLst>
                <a:gd name="adj" fmla="val 72611"/>
              </a:avLst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069" name="Group 107"/>
            <p:cNvGrpSpPr>
              <a:grpSpLocks/>
            </p:cNvGrpSpPr>
            <p:nvPr/>
          </p:nvGrpSpPr>
          <p:grpSpPr bwMode="auto">
            <a:xfrm>
              <a:off x="649" y="3599"/>
              <a:ext cx="3550" cy="598"/>
              <a:chOff x="770" y="3446"/>
              <a:chExt cx="3550" cy="598"/>
            </a:xfrm>
          </p:grpSpPr>
          <p:sp>
            <p:nvSpPr>
              <p:cNvPr id="120" name="Rectangle 108"/>
              <p:cNvSpPr>
                <a:spLocks noChangeArrowheads="1"/>
              </p:cNvSpPr>
              <p:nvPr/>
            </p:nvSpPr>
            <p:spPr bwMode="auto">
              <a:xfrm>
                <a:off x="770" y="3451"/>
                <a:ext cx="3516" cy="568"/>
              </a:xfrm>
              <a:prstGeom prst="rect">
                <a:avLst/>
              </a:prstGeom>
              <a:solidFill>
                <a:srgbClr val="92D050"/>
              </a:solidFill>
              <a:ln>
                <a:headEnd/>
                <a:tailEnd/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eaLnBrk="0" hangingPunct="0">
                  <a:defRPr/>
                </a:pPr>
                <a:endParaRPr lang="id-ID" sz="2400">
                  <a:latin typeface="Times New Roman" pitchFamily="18" charset="0"/>
                </a:endParaRPr>
              </a:p>
            </p:txBody>
          </p:sp>
          <p:grpSp>
            <p:nvGrpSpPr>
              <p:cNvPr id="1085" name="Group 109"/>
              <p:cNvGrpSpPr>
                <a:grpSpLocks/>
              </p:cNvGrpSpPr>
              <p:nvPr/>
            </p:nvGrpSpPr>
            <p:grpSpPr bwMode="auto">
              <a:xfrm>
                <a:off x="1330" y="3471"/>
                <a:ext cx="653" cy="550"/>
                <a:chOff x="1630" y="3262"/>
                <a:chExt cx="653" cy="550"/>
              </a:xfrm>
            </p:grpSpPr>
            <p:graphicFrame>
              <p:nvGraphicFramePr>
                <p:cNvPr id="1030" name="Object 6"/>
                <p:cNvGraphicFramePr>
                  <a:graphicFrameLocks noChangeAspect="1"/>
                </p:cNvGraphicFramePr>
                <p:nvPr/>
              </p:nvGraphicFramePr>
              <p:xfrm>
                <a:off x="1630" y="3262"/>
                <a:ext cx="653" cy="43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16" name="Clip" r:id="rId8" imgW="3657600" imgH="2437560" progId="">
                        <p:embed/>
                      </p:oleObj>
                    </mc:Choice>
                    <mc:Fallback>
                      <p:oleObj name="Clip" r:id="rId8" imgW="3657600" imgH="2437560" progId="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630" y="3262"/>
                              <a:ext cx="653" cy="43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68" name="Text Box 111"/>
                <p:cNvSpPr txBox="1">
                  <a:spLocks noChangeArrowheads="1"/>
                </p:cNvSpPr>
                <p:nvPr/>
              </p:nvSpPr>
              <p:spPr bwMode="auto">
                <a:xfrm>
                  <a:off x="1812" y="3668"/>
                  <a:ext cx="292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Staffs</a:t>
                  </a:r>
                </a:p>
              </p:txBody>
            </p:sp>
          </p:grpSp>
          <p:grpSp>
            <p:nvGrpSpPr>
              <p:cNvPr id="1086" name="Group 112"/>
              <p:cNvGrpSpPr>
                <a:grpSpLocks/>
              </p:cNvGrpSpPr>
              <p:nvPr/>
            </p:nvGrpSpPr>
            <p:grpSpPr bwMode="auto">
              <a:xfrm>
                <a:off x="3553" y="3552"/>
                <a:ext cx="360" cy="421"/>
                <a:chOff x="4202" y="3344"/>
                <a:chExt cx="360" cy="421"/>
              </a:xfrm>
            </p:grpSpPr>
            <p:grpSp>
              <p:nvGrpSpPr>
                <p:cNvPr id="1260" name="Group 113"/>
                <p:cNvGrpSpPr>
                  <a:grpSpLocks/>
                </p:cNvGrpSpPr>
                <p:nvPr/>
              </p:nvGrpSpPr>
              <p:grpSpPr bwMode="auto">
                <a:xfrm>
                  <a:off x="4253" y="3344"/>
                  <a:ext cx="246" cy="300"/>
                  <a:chOff x="633" y="1254"/>
                  <a:chExt cx="638" cy="647"/>
                </a:xfrm>
              </p:grpSpPr>
              <p:sp>
                <p:nvSpPr>
                  <p:cNvPr id="1262" name="Freeform 114"/>
                  <p:cNvSpPr>
                    <a:spLocks/>
                  </p:cNvSpPr>
                  <p:nvPr/>
                </p:nvSpPr>
                <p:spPr bwMode="auto">
                  <a:xfrm>
                    <a:off x="714" y="1345"/>
                    <a:ext cx="122" cy="195"/>
                  </a:xfrm>
                  <a:custGeom>
                    <a:avLst/>
                    <a:gdLst>
                      <a:gd name="T0" fmla="*/ 0 w 2201"/>
                      <a:gd name="T1" fmla="*/ 0 h 3517"/>
                      <a:gd name="T2" fmla="*/ 0 w 2201"/>
                      <a:gd name="T3" fmla="*/ 0 h 3517"/>
                      <a:gd name="T4" fmla="*/ 0 w 2201"/>
                      <a:gd name="T5" fmla="*/ 0 h 3517"/>
                      <a:gd name="T6" fmla="*/ 0 w 2201"/>
                      <a:gd name="T7" fmla="*/ 0 h 3517"/>
                      <a:gd name="T8" fmla="*/ 0 w 2201"/>
                      <a:gd name="T9" fmla="*/ 0 h 3517"/>
                      <a:gd name="T10" fmla="*/ 0 w 2201"/>
                      <a:gd name="T11" fmla="*/ 0 h 3517"/>
                      <a:gd name="T12" fmla="*/ 0 w 2201"/>
                      <a:gd name="T13" fmla="*/ 0 h 3517"/>
                      <a:gd name="T14" fmla="*/ 0 w 2201"/>
                      <a:gd name="T15" fmla="*/ 0 h 3517"/>
                      <a:gd name="T16" fmla="*/ 0 w 2201"/>
                      <a:gd name="T17" fmla="*/ 0 h 3517"/>
                      <a:gd name="T18" fmla="*/ 0 w 2201"/>
                      <a:gd name="T19" fmla="*/ 0 h 3517"/>
                      <a:gd name="T20" fmla="*/ 0 w 2201"/>
                      <a:gd name="T21" fmla="*/ 0 h 3517"/>
                      <a:gd name="T22" fmla="*/ 0 w 2201"/>
                      <a:gd name="T23" fmla="*/ 0 h 3517"/>
                      <a:gd name="T24" fmla="*/ 0 w 2201"/>
                      <a:gd name="T25" fmla="*/ 0 h 3517"/>
                      <a:gd name="T26" fmla="*/ 0 w 2201"/>
                      <a:gd name="T27" fmla="*/ 0 h 3517"/>
                      <a:gd name="T28" fmla="*/ 0 w 2201"/>
                      <a:gd name="T29" fmla="*/ 0 h 3517"/>
                      <a:gd name="T30" fmla="*/ 0 w 2201"/>
                      <a:gd name="T31" fmla="*/ 0 h 3517"/>
                      <a:gd name="T32" fmla="*/ 0 w 2201"/>
                      <a:gd name="T33" fmla="*/ 0 h 3517"/>
                      <a:gd name="T34" fmla="*/ 0 w 2201"/>
                      <a:gd name="T35" fmla="*/ 0 h 3517"/>
                      <a:gd name="T36" fmla="*/ 0 w 2201"/>
                      <a:gd name="T37" fmla="*/ 0 h 3517"/>
                      <a:gd name="T38" fmla="*/ 0 w 2201"/>
                      <a:gd name="T39" fmla="*/ 0 h 3517"/>
                      <a:gd name="T40" fmla="*/ 0 w 2201"/>
                      <a:gd name="T41" fmla="*/ 0 h 3517"/>
                      <a:gd name="T42" fmla="*/ 0 w 2201"/>
                      <a:gd name="T43" fmla="*/ 0 h 3517"/>
                      <a:gd name="T44" fmla="*/ 0 w 2201"/>
                      <a:gd name="T45" fmla="*/ 0 h 3517"/>
                      <a:gd name="T46" fmla="*/ 0 w 2201"/>
                      <a:gd name="T47" fmla="*/ 0 h 3517"/>
                      <a:gd name="T48" fmla="*/ 0 w 2201"/>
                      <a:gd name="T49" fmla="*/ 0 h 3517"/>
                      <a:gd name="T50" fmla="*/ 0 w 2201"/>
                      <a:gd name="T51" fmla="*/ 0 h 3517"/>
                      <a:gd name="T52" fmla="*/ 0 w 2201"/>
                      <a:gd name="T53" fmla="*/ 0 h 3517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2201"/>
                      <a:gd name="T82" fmla="*/ 0 h 3517"/>
                      <a:gd name="T83" fmla="*/ 2201 w 2201"/>
                      <a:gd name="T84" fmla="*/ 3517 h 3517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2201" h="3517">
                        <a:moveTo>
                          <a:pt x="23" y="3517"/>
                        </a:moveTo>
                        <a:lnTo>
                          <a:pt x="0" y="0"/>
                        </a:lnTo>
                        <a:lnTo>
                          <a:pt x="9" y="75"/>
                        </a:lnTo>
                        <a:lnTo>
                          <a:pt x="46" y="140"/>
                        </a:lnTo>
                        <a:lnTo>
                          <a:pt x="89" y="198"/>
                        </a:lnTo>
                        <a:lnTo>
                          <a:pt x="166" y="268"/>
                        </a:lnTo>
                        <a:lnTo>
                          <a:pt x="252" y="320"/>
                        </a:lnTo>
                        <a:lnTo>
                          <a:pt x="357" y="366"/>
                        </a:lnTo>
                        <a:lnTo>
                          <a:pt x="477" y="406"/>
                        </a:lnTo>
                        <a:lnTo>
                          <a:pt x="615" y="447"/>
                        </a:lnTo>
                        <a:lnTo>
                          <a:pt x="754" y="470"/>
                        </a:lnTo>
                        <a:lnTo>
                          <a:pt x="910" y="488"/>
                        </a:lnTo>
                        <a:lnTo>
                          <a:pt x="1068" y="492"/>
                        </a:lnTo>
                        <a:lnTo>
                          <a:pt x="1227" y="488"/>
                        </a:lnTo>
                        <a:lnTo>
                          <a:pt x="1375" y="477"/>
                        </a:lnTo>
                        <a:lnTo>
                          <a:pt x="1520" y="454"/>
                        </a:lnTo>
                        <a:lnTo>
                          <a:pt x="1663" y="431"/>
                        </a:lnTo>
                        <a:lnTo>
                          <a:pt x="1787" y="382"/>
                        </a:lnTo>
                        <a:lnTo>
                          <a:pt x="1901" y="343"/>
                        </a:lnTo>
                        <a:lnTo>
                          <a:pt x="1998" y="295"/>
                        </a:lnTo>
                        <a:lnTo>
                          <a:pt x="2086" y="232"/>
                        </a:lnTo>
                        <a:lnTo>
                          <a:pt x="2144" y="171"/>
                        </a:lnTo>
                        <a:lnTo>
                          <a:pt x="2178" y="106"/>
                        </a:lnTo>
                        <a:lnTo>
                          <a:pt x="2201" y="34"/>
                        </a:lnTo>
                        <a:lnTo>
                          <a:pt x="2201" y="0"/>
                        </a:lnTo>
                        <a:lnTo>
                          <a:pt x="2201" y="3517"/>
                        </a:lnTo>
                        <a:lnTo>
                          <a:pt x="23" y="3517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63" name="Freeform 115"/>
                  <p:cNvSpPr>
                    <a:spLocks/>
                  </p:cNvSpPr>
                  <p:nvPr/>
                </p:nvSpPr>
                <p:spPr bwMode="auto">
                  <a:xfrm>
                    <a:off x="854" y="1270"/>
                    <a:ext cx="122" cy="196"/>
                  </a:xfrm>
                  <a:custGeom>
                    <a:avLst/>
                    <a:gdLst>
                      <a:gd name="T0" fmla="*/ 0 w 2200"/>
                      <a:gd name="T1" fmla="*/ 0 h 3524"/>
                      <a:gd name="T2" fmla="*/ 0 w 2200"/>
                      <a:gd name="T3" fmla="*/ 0 h 3524"/>
                      <a:gd name="T4" fmla="*/ 0 w 2200"/>
                      <a:gd name="T5" fmla="*/ 0 h 3524"/>
                      <a:gd name="T6" fmla="*/ 0 w 2200"/>
                      <a:gd name="T7" fmla="*/ 0 h 3524"/>
                      <a:gd name="T8" fmla="*/ 0 w 2200"/>
                      <a:gd name="T9" fmla="*/ 0 h 3524"/>
                      <a:gd name="T10" fmla="*/ 0 w 2200"/>
                      <a:gd name="T11" fmla="*/ 0 h 3524"/>
                      <a:gd name="T12" fmla="*/ 0 w 2200"/>
                      <a:gd name="T13" fmla="*/ 0 h 3524"/>
                      <a:gd name="T14" fmla="*/ 0 w 2200"/>
                      <a:gd name="T15" fmla="*/ 0 h 3524"/>
                      <a:gd name="T16" fmla="*/ 0 w 2200"/>
                      <a:gd name="T17" fmla="*/ 0 h 3524"/>
                      <a:gd name="T18" fmla="*/ 0 w 2200"/>
                      <a:gd name="T19" fmla="*/ 0 h 3524"/>
                      <a:gd name="T20" fmla="*/ 0 w 2200"/>
                      <a:gd name="T21" fmla="*/ 0 h 3524"/>
                      <a:gd name="T22" fmla="*/ 0 w 2200"/>
                      <a:gd name="T23" fmla="*/ 0 h 3524"/>
                      <a:gd name="T24" fmla="*/ 0 w 2200"/>
                      <a:gd name="T25" fmla="*/ 0 h 3524"/>
                      <a:gd name="T26" fmla="*/ 0 w 2200"/>
                      <a:gd name="T27" fmla="*/ 0 h 3524"/>
                      <a:gd name="T28" fmla="*/ 0 w 2200"/>
                      <a:gd name="T29" fmla="*/ 0 h 3524"/>
                      <a:gd name="T30" fmla="*/ 0 w 2200"/>
                      <a:gd name="T31" fmla="*/ 0 h 3524"/>
                      <a:gd name="T32" fmla="*/ 0 w 2200"/>
                      <a:gd name="T33" fmla="*/ 0 h 3524"/>
                      <a:gd name="T34" fmla="*/ 0 w 2200"/>
                      <a:gd name="T35" fmla="*/ 0 h 3524"/>
                      <a:gd name="T36" fmla="*/ 0 w 2200"/>
                      <a:gd name="T37" fmla="*/ 0 h 3524"/>
                      <a:gd name="T38" fmla="*/ 0 w 2200"/>
                      <a:gd name="T39" fmla="*/ 0 h 3524"/>
                      <a:gd name="T40" fmla="*/ 0 w 2200"/>
                      <a:gd name="T41" fmla="*/ 0 h 3524"/>
                      <a:gd name="T42" fmla="*/ 0 w 2200"/>
                      <a:gd name="T43" fmla="*/ 0 h 3524"/>
                      <a:gd name="T44" fmla="*/ 0 w 2200"/>
                      <a:gd name="T45" fmla="*/ 0 h 3524"/>
                      <a:gd name="T46" fmla="*/ 0 w 2200"/>
                      <a:gd name="T47" fmla="*/ 0 h 3524"/>
                      <a:gd name="T48" fmla="*/ 0 w 2200"/>
                      <a:gd name="T49" fmla="*/ 0 h 3524"/>
                      <a:gd name="T50" fmla="*/ 0 w 2200"/>
                      <a:gd name="T51" fmla="*/ 0 h 3524"/>
                      <a:gd name="T52" fmla="*/ 0 w 2200"/>
                      <a:gd name="T53" fmla="*/ 0 h 3524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2200"/>
                      <a:gd name="T82" fmla="*/ 0 h 3524"/>
                      <a:gd name="T83" fmla="*/ 2200 w 2200"/>
                      <a:gd name="T84" fmla="*/ 3524 h 3524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2200" h="3524">
                        <a:moveTo>
                          <a:pt x="23" y="3524"/>
                        </a:moveTo>
                        <a:lnTo>
                          <a:pt x="0" y="0"/>
                        </a:lnTo>
                        <a:lnTo>
                          <a:pt x="11" y="75"/>
                        </a:lnTo>
                        <a:lnTo>
                          <a:pt x="45" y="143"/>
                        </a:lnTo>
                        <a:lnTo>
                          <a:pt x="89" y="201"/>
                        </a:lnTo>
                        <a:lnTo>
                          <a:pt x="162" y="271"/>
                        </a:lnTo>
                        <a:lnTo>
                          <a:pt x="250" y="322"/>
                        </a:lnTo>
                        <a:lnTo>
                          <a:pt x="356" y="377"/>
                        </a:lnTo>
                        <a:lnTo>
                          <a:pt x="479" y="417"/>
                        </a:lnTo>
                        <a:lnTo>
                          <a:pt x="618" y="454"/>
                        </a:lnTo>
                        <a:lnTo>
                          <a:pt x="753" y="478"/>
                        </a:lnTo>
                        <a:lnTo>
                          <a:pt x="909" y="495"/>
                        </a:lnTo>
                        <a:lnTo>
                          <a:pt x="1066" y="497"/>
                        </a:lnTo>
                        <a:lnTo>
                          <a:pt x="1225" y="495"/>
                        </a:lnTo>
                        <a:lnTo>
                          <a:pt x="1370" y="485"/>
                        </a:lnTo>
                        <a:lnTo>
                          <a:pt x="1519" y="465"/>
                        </a:lnTo>
                        <a:lnTo>
                          <a:pt x="1660" y="435"/>
                        </a:lnTo>
                        <a:lnTo>
                          <a:pt x="1789" y="390"/>
                        </a:lnTo>
                        <a:lnTo>
                          <a:pt x="1900" y="350"/>
                        </a:lnTo>
                        <a:lnTo>
                          <a:pt x="2000" y="298"/>
                        </a:lnTo>
                        <a:lnTo>
                          <a:pt x="2085" y="234"/>
                        </a:lnTo>
                        <a:lnTo>
                          <a:pt x="2143" y="174"/>
                        </a:lnTo>
                        <a:lnTo>
                          <a:pt x="2177" y="109"/>
                        </a:lnTo>
                        <a:lnTo>
                          <a:pt x="2200" y="38"/>
                        </a:lnTo>
                        <a:lnTo>
                          <a:pt x="2200" y="0"/>
                        </a:lnTo>
                        <a:lnTo>
                          <a:pt x="2200" y="3524"/>
                        </a:lnTo>
                        <a:lnTo>
                          <a:pt x="23" y="352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64" name="Freeform 116"/>
                  <p:cNvSpPr>
                    <a:spLocks/>
                  </p:cNvSpPr>
                  <p:nvPr/>
                </p:nvSpPr>
                <p:spPr bwMode="auto">
                  <a:xfrm>
                    <a:off x="994" y="1307"/>
                    <a:ext cx="122" cy="196"/>
                  </a:xfrm>
                  <a:custGeom>
                    <a:avLst/>
                    <a:gdLst>
                      <a:gd name="T0" fmla="*/ 0 w 2197"/>
                      <a:gd name="T1" fmla="*/ 0 h 3514"/>
                      <a:gd name="T2" fmla="*/ 0 w 2197"/>
                      <a:gd name="T3" fmla="*/ 0 h 3514"/>
                      <a:gd name="T4" fmla="*/ 0 w 2197"/>
                      <a:gd name="T5" fmla="*/ 0 h 3514"/>
                      <a:gd name="T6" fmla="*/ 0 w 2197"/>
                      <a:gd name="T7" fmla="*/ 0 h 3514"/>
                      <a:gd name="T8" fmla="*/ 0 w 2197"/>
                      <a:gd name="T9" fmla="*/ 0 h 3514"/>
                      <a:gd name="T10" fmla="*/ 0 w 2197"/>
                      <a:gd name="T11" fmla="*/ 0 h 3514"/>
                      <a:gd name="T12" fmla="*/ 0 w 2197"/>
                      <a:gd name="T13" fmla="*/ 0 h 3514"/>
                      <a:gd name="T14" fmla="*/ 0 w 2197"/>
                      <a:gd name="T15" fmla="*/ 0 h 3514"/>
                      <a:gd name="T16" fmla="*/ 0 w 2197"/>
                      <a:gd name="T17" fmla="*/ 0 h 3514"/>
                      <a:gd name="T18" fmla="*/ 0 w 2197"/>
                      <a:gd name="T19" fmla="*/ 0 h 3514"/>
                      <a:gd name="T20" fmla="*/ 0 w 2197"/>
                      <a:gd name="T21" fmla="*/ 0 h 3514"/>
                      <a:gd name="T22" fmla="*/ 0 w 2197"/>
                      <a:gd name="T23" fmla="*/ 0 h 3514"/>
                      <a:gd name="T24" fmla="*/ 0 w 2197"/>
                      <a:gd name="T25" fmla="*/ 0 h 3514"/>
                      <a:gd name="T26" fmla="*/ 0 w 2197"/>
                      <a:gd name="T27" fmla="*/ 0 h 3514"/>
                      <a:gd name="T28" fmla="*/ 0 w 2197"/>
                      <a:gd name="T29" fmla="*/ 0 h 3514"/>
                      <a:gd name="T30" fmla="*/ 0 w 2197"/>
                      <a:gd name="T31" fmla="*/ 0 h 3514"/>
                      <a:gd name="T32" fmla="*/ 0 w 2197"/>
                      <a:gd name="T33" fmla="*/ 0 h 3514"/>
                      <a:gd name="T34" fmla="*/ 0 w 2197"/>
                      <a:gd name="T35" fmla="*/ 0 h 3514"/>
                      <a:gd name="T36" fmla="*/ 0 w 2197"/>
                      <a:gd name="T37" fmla="*/ 0 h 3514"/>
                      <a:gd name="T38" fmla="*/ 0 w 2197"/>
                      <a:gd name="T39" fmla="*/ 0 h 3514"/>
                      <a:gd name="T40" fmla="*/ 0 w 2197"/>
                      <a:gd name="T41" fmla="*/ 0 h 3514"/>
                      <a:gd name="T42" fmla="*/ 0 w 2197"/>
                      <a:gd name="T43" fmla="*/ 0 h 3514"/>
                      <a:gd name="T44" fmla="*/ 0 w 2197"/>
                      <a:gd name="T45" fmla="*/ 0 h 3514"/>
                      <a:gd name="T46" fmla="*/ 0 w 2197"/>
                      <a:gd name="T47" fmla="*/ 0 h 3514"/>
                      <a:gd name="T48" fmla="*/ 0 w 2197"/>
                      <a:gd name="T49" fmla="*/ 0 h 3514"/>
                      <a:gd name="T50" fmla="*/ 0 w 2197"/>
                      <a:gd name="T51" fmla="*/ 0 h 3514"/>
                      <a:gd name="T52" fmla="*/ 0 w 2197"/>
                      <a:gd name="T53" fmla="*/ 0 h 3514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2197"/>
                      <a:gd name="T82" fmla="*/ 0 h 3514"/>
                      <a:gd name="T83" fmla="*/ 2197 w 2197"/>
                      <a:gd name="T84" fmla="*/ 3514 h 3514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2197" h="3514">
                        <a:moveTo>
                          <a:pt x="24" y="3514"/>
                        </a:moveTo>
                        <a:lnTo>
                          <a:pt x="0" y="0"/>
                        </a:lnTo>
                        <a:lnTo>
                          <a:pt x="11" y="74"/>
                        </a:lnTo>
                        <a:lnTo>
                          <a:pt x="45" y="134"/>
                        </a:lnTo>
                        <a:lnTo>
                          <a:pt x="89" y="195"/>
                        </a:lnTo>
                        <a:lnTo>
                          <a:pt x="166" y="263"/>
                        </a:lnTo>
                        <a:lnTo>
                          <a:pt x="254" y="321"/>
                        </a:lnTo>
                        <a:lnTo>
                          <a:pt x="356" y="368"/>
                        </a:lnTo>
                        <a:lnTo>
                          <a:pt x="476" y="410"/>
                        </a:lnTo>
                        <a:lnTo>
                          <a:pt x="619" y="449"/>
                        </a:lnTo>
                        <a:lnTo>
                          <a:pt x="757" y="472"/>
                        </a:lnTo>
                        <a:lnTo>
                          <a:pt x="911" y="490"/>
                        </a:lnTo>
                        <a:lnTo>
                          <a:pt x="1068" y="490"/>
                        </a:lnTo>
                        <a:lnTo>
                          <a:pt x="1225" y="490"/>
                        </a:lnTo>
                        <a:lnTo>
                          <a:pt x="1370" y="479"/>
                        </a:lnTo>
                        <a:lnTo>
                          <a:pt x="1521" y="456"/>
                        </a:lnTo>
                        <a:lnTo>
                          <a:pt x="1658" y="426"/>
                        </a:lnTo>
                        <a:lnTo>
                          <a:pt x="1793" y="381"/>
                        </a:lnTo>
                        <a:lnTo>
                          <a:pt x="1904" y="340"/>
                        </a:lnTo>
                        <a:lnTo>
                          <a:pt x="2004" y="290"/>
                        </a:lnTo>
                        <a:lnTo>
                          <a:pt x="2082" y="226"/>
                        </a:lnTo>
                        <a:lnTo>
                          <a:pt x="2143" y="165"/>
                        </a:lnTo>
                        <a:lnTo>
                          <a:pt x="2177" y="100"/>
                        </a:lnTo>
                        <a:lnTo>
                          <a:pt x="2197" y="32"/>
                        </a:lnTo>
                        <a:lnTo>
                          <a:pt x="2197" y="0"/>
                        </a:lnTo>
                        <a:lnTo>
                          <a:pt x="2197" y="3514"/>
                        </a:lnTo>
                        <a:lnTo>
                          <a:pt x="24" y="35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65" name="Freeform 117"/>
                  <p:cNvSpPr>
                    <a:spLocks/>
                  </p:cNvSpPr>
                  <p:nvPr/>
                </p:nvSpPr>
                <p:spPr bwMode="auto">
                  <a:xfrm>
                    <a:off x="1139" y="1351"/>
                    <a:ext cx="122" cy="195"/>
                  </a:xfrm>
                  <a:custGeom>
                    <a:avLst/>
                    <a:gdLst>
                      <a:gd name="T0" fmla="*/ 0 w 2199"/>
                      <a:gd name="T1" fmla="*/ 0 h 3514"/>
                      <a:gd name="T2" fmla="*/ 0 w 2199"/>
                      <a:gd name="T3" fmla="*/ 0 h 3514"/>
                      <a:gd name="T4" fmla="*/ 0 w 2199"/>
                      <a:gd name="T5" fmla="*/ 0 h 3514"/>
                      <a:gd name="T6" fmla="*/ 0 w 2199"/>
                      <a:gd name="T7" fmla="*/ 0 h 3514"/>
                      <a:gd name="T8" fmla="*/ 0 w 2199"/>
                      <a:gd name="T9" fmla="*/ 0 h 3514"/>
                      <a:gd name="T10" fmla="*/ 0 w 2199"/>
                      <a:gd name="T11" fmla="*/ 0 h 3514"/>
                      <a:gd name="T12" fmla="*/ 0 w 2199"/>
                      <a:gd name="T13" fmla="*/ 0 h 3514"/>
                      <a:gd name="T14" fmla="*/ 0 w 2199"/>
                      <a:gd name="T15" fmla="*/ 0 h 3514"/>
                      <a:gd name="T16" fmla="*/ 0 w 2199"/>
                      <a:gd name="T17" fmla="*/ 0 h 3514"/>
                      <a:gd name="T18" fmla="*/ 0 w 2199"/>
                      <a:gd name="T19" fmla="*/ 0 h 3514"/>
                      <a:gd name="T20" fmla="*/ 0 w 2199"/>
                      <a:gd name="T21" fmla="*/ 0 h 3514"/>
                      <a:gd name="T22" fmla="*/ 0 w 2199"/>
                      <a:gd name="T23" fmla="*/ 0 h 3514"/>
                      <a:gd name="T24" fmla="*/ 0 w 2199"/>
                      <a:gd name="T25" fmla="*/ 0 h 3514"/>
                      <a:gd name="T26" fmla="*/ 0 w 2199"/>
                      <a:gd name="T27" fmla="*/ 0 h 3514"/>
                      <a:gd name="T28" fmla="*/ 0 w 2199"/>
                      <a:gd name="T29" fmla="*/ 0 h 3514"/>
                      <a:gd name="T30" fmla="*/ 0 w 2199"/>
                      <a:gd name="T31" fmla="*/ 0 h 3514"/>
                      <a:gd name="T32" fmla="*/ 0 w 2199"/>
                      <a:gd name="T33" fmla="*/ 0 h 3514"/>
                      <a:gd name="T34" fmla="*/ 0 w 2199"/>
                      <a:gd name="T35" fmla="*/ 0 h 3514"/>
                      <a:gd name="T36" fmla="*/ 0 w 2199"/>
                      <a:gd name="T37" fmla="*/ 0 h 3514"/>
                      <a:gd name="T38" fmla="*/ 0 w 2199"/>
                      <a:gd name="T39" fmla="*/ 0 h 3514"/>
                      <a:gd name="T40" fmla="*/ 0 w 2199"/>
                      <a:gd name="T41" fmla="*/ 0 h 3514"/>
                      <a:gd name="T42" fmla="*/ 0 w 2199"/>
                      <a:gd name="T43" fmla="*/ 0 h 3514"/>
                      <a:gd name="T44" fmla="*/ 0 w 2199"/>
                      <a:gd name="T45" fmla="*/ 0 h 3514"/>
                      <a:gd name="T46" fmla="*/ 0 w 2199"/>
                      <a:gd name="T47" fmla="*/ 0 h 3514"/>
                      <a:gd name="T48" fmla="*/ 0 w 2199"/>
                      <a:gd name="T49" fmla="*/ 0 h 3514"/>
                      <a:gd name="T50" fmla="*/ 0 w 2199"/>
                      <a:gd name="T51" fmla="*/ 0 h 3514"/>
                      <a:gd name="T52" fmla="*/ 0 w 2199"/>
                      <a:gd name="T53" fmla="*/ 0 h 3514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w 2199"/>
                      <a:gd name="T82" fmla="*/ 0 h 3514"/>
                      <a:gd name="T83" fmla="*/ 2199 w 2199"/>
                      <a:gd name="T84" fmla="*/ 3514 h 3514"/>
                    </a:gdLst>
                    <a:ahLst/>
                    <a:cxnLst>
                      <a:cxn ang="T54">
                        <a:pos x="T0" y="T1"/>
                      </a:cxn>
                      <a:cxn ang="T55">
                        <a:pos x="T2" y="T3"/>
                      </a:cxn>
                      <a:cxn ang="T56">
                        <a:pos x="T4" y="T5"/>
                      </a:cxn>
                      <a:cxn ang="T57">
                        <a:pos x="T6" y="T7"/>
                      </a:cxn>
                      <a:cxn ang="T58">
                        <a:pos x="T8" y="T9"/>
                      </a:cxn>
                      <a:cxn ang="T59">
                        <a:pos x="T10" y="T11"/>
                      </a:cxn>
                      <a:cxn ang="T60">
                        <a:pos x="T12" y="T13"/>
                      </a:cxn>
                      <a:cxn ang="T61">
                        <a:pos x="T14" y="T15"/>
                      </a:cxn>
                      <a:cxn ang="T62">
                        <a:pos x="T16" y="T17"/>
                      </a:cxn>
                      <a:cxn ang="T63">
                        <a:pos x="T18" y="T19"/>
                      </a:cxn>
                      <a:cxn ang="T64">
                        <a:pos x="T20" y="T21"/>
                      </a:cxn>
                      <a:cxn ang="T65">
                        <a:pos x="T22" y="T23"/>
                      </a:cxn>
                      <a:cxn ang="T66">
                        <a:pos x="T24" y="T25"/>
                      </a:cxn>
                      <a:cxn ang="T67">
                        <a:pos x="T26" y="T27"/>
                      </a:cxn>
                      <a:cxn ang="T68">
                        <a:pos x="T28" y="T29"/>
                      </a:cxn>
                      <a:cxn ang="T69">
                        <a:pos x="T30" y="T31"/>
                      </a:cxn>
                      <a:cxn ang="T70">
                        <a:pos x="T32" y="T33"/>
                      </a:cxn>
                      <a:cxn ang="T71">
                        <a:pos x="T34" y="T35"/>
                      </a:cxn>
                      <a:cxn ang="T72">
                        <a:pos x="T36" y="T37"/>
                      </a:cxn>
                      <a:cxn ang="T73">
                        <a:pos x="T38" y="T39"/>
                      </a:cxn>
                      <a:cxn ang="T74">
                        <a:pos x="T40" y="T41"/>
                      </a:cxn>
                      <a:cxn ang="T75">
                        <a:pos x="T42" y="T43"/>
                      </a:cxn>
                      <a:cxn ang="T76">
                        <a:pos x="T44" y="T45"/>
                      </a:cxn>
                      <a:cxn ang="T77">
                        <a:pos x="T46" y="T47"/>
                      </a:cxn>
                      <a:cxn ang="T78">
                        <a:pos x="T48" y="T49"/>
                      </a:cxn>
                      <a:cxn ang="T79">
                        <a:pos x="T50" y="T51"/>
                      </a:cxn>
                      <a:cxn ang="T80">
                        <a:pos x="T52" y="T53"/>
                      </a:cxn>
                    </a:cxnLst>
                    <a:rect l="T81" t="T82" r="T83" b="T84"/>
                    <a:pathLst>
                      <a:path w="2199" h="3514">
                        <a:moveTo>
                          <a:pt x="27" y="3514"/>
                        </a:moveTo>
                        <a:lnTo>
                          <a:pt x="0" y="0"/>
                        </a:lnTo>
                        <a:lnTo>
                          <a:pt x="15" y="73"/>
                        </a:lnTo>
                        <a:lnTo>
                          <a:pt x="51" y="142"/>
                        </a:lnTo>
                        <a:lnTo>
                          <a:pt x="92" y="195"/>
                        </a:lnTo>
                        <a:lnTo>
                          <a:pt x="169" y="263"/>
                        </a:lnTo>
                        <a:lnTo>
                          <a:pt x="257" y="321"/>
                        </a:lnTo>
                        <a:lnTo>
                          <a:pt x="357" y="367"/>
                        </a:lnTo>
                        <a:lnTo>
                          <a:pt x="483" y="410"/>
                        </a:lnTo>
                        <a:lnTo>
                          <a:pt x="621" y="445"/>
                        </a:lnTo>
                        <a:lnTo>
                          <a:pt x="759" y="470"/>
                        </a:lnTo>
                        <a:lnTo>
                          <a:pt x="913" y="487"/>
                        </a:lnTo>
                        <a:lnTo>
                          <a:pt x="1070" y="494"/>
                        </a:lnTo>
                        <a:lnTo>
                          <a:pt x="1228" y="487"/>
                        </a:lnTo>
                        <a:lnTo>
                          <a:pt x="1377" y="476"/>
                        </a:lnTo>
                        <a:lnTo>
                          <a:pt x="1528" y="456"/>
                        </a:lnTo>
                        <a:lnTo>
                          <a:pt x="1662" y="426"/>
                        </a:lnTo>
                        <a:lnTo>
                          <a:pt x="1788" y="382"/>
                        </a:lnTo>
                        <a:lnTo>
                          <a:pt x="1903" y="340"/>
                        </a:lnTo>
                        <a:lnTo>
                          <a:pt x="2000" y="287"/>
                        </a:lnTo>
                        <a:lnTo>
                          <a:pt x="2088" y="233"/>
                        </a:lnTo>
                        <a:lnTo>
                          <a:pt x="2145" y="168"/>
                        </a:lnTo>
                        <a:lnTo>
                          <a:pt x="2180" y="104"/>
                        </a:lnTo>
                        <a:lnTo>
                          <a:pt x="2199" y="34"/>
                        </a:lnTo>
                        <a:lnTo>
                          <a:pt x="2199" y="0"/>
                        </a:lnTo>
                        <a:lnTo>
                          <a:pt x="2199" y="3514"/>
                        </a:lnTo>
                        <a:lnTo>
                          <a:pt x="27" y="3514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66" name="Freeform 118"/>
                  <p:cNvSpPr>
                    <a:spLocks/>
                  </p:cNvSpPr>
                  <p:nvPr/>
                </p:nvSpPr>
                <p:spPr bwMode="auto">
                  <a:xfrm>
                    <a:off x="633" y="1335"/>
                    <a:ext cx="213" cy="565"/>
                  </a:xfrm>
                  <a:custGeom>
                    <a:avLst/>
                    <a:gdLst>
                      <a:gd name="T0" fmla="*/ 0 w 3831"/>
                      <a:gd name="T1" fmla="*/ 0 h 10170"/>
                      <a:gd name="T2" fmla="*/ 0 w 3831"/>
                      <a:gd name="T3" fmla="*/ 0 h 10170"/>
                      <a:gd name="T4" fmla="*/ 0 w 3831"/>
                      <a:gd name="T5" fmla="*/ 0 h 10170"/>
                      <a:gd name="T6" fmla="*/ 0 w 3831"/>
                      <a:gd name="T7" fmla="*/ 0 h 10170"/>
                      <a:gd name="T8" fmla="*/ 0 w 3831"/>
                      <a:gd name="T9" fmla="*/ 0 h 10170"/>
                      <a:gd name="T10" fmla="*/ 0 w 3831"/>
                      <a:gd name="T11" fmla="*/ 0 h 10170"/>
                      <a:gd name="T12" fmla="*/ 0 w 3831"/>
                      <a:gd name="T13" fmla="*/ 0 h 10170"/>
                      <a:gd name="T14" fmla="*/ 0 w 3831"/>
                      <a:gd name="T15" fmla="*/ 0 h 10170"/>
                      <a:gd name="T16" fmla="*/ 0 w 3831"/>
                      <a:gd name="T17" fmla="*/ 0 h 10170"/>
                      <a:gd name="T18" fmla="*/ 0 w 3831"/>
                      <a:gd name="T19" fmla="*/ 0 h 10170"/>
                      <a:gd name="T20" fmla="*/ 0 w 3831"/>
                      <a:gd name="T21" fmla="*/ 0 h 10170"/>
                      <a:gd name="T22" fmla="*/ 0 w 3831"/>
                      <a:gd name="T23" fmla="*/ 0 h 10170"/>
                      <a:gd name="T24" fmla="*/ 0 w 3831"/>
                      <a:gd name="T25" fmla="*/ 0 h 10170"/>
                      <a:gd name="T26" fmla="*/ 0 w 3831"/>
                      <a:gd name="T27" fmla="*/ 0 h 10170"/>
                      <a:gd name="T28" fmla="*/ 0 w 3831"/>
                      <a:gd name="T29" fmla="*/ 0 h 10170"/>
                      <a:gd name="T30" fmla="*/ 0 w 3831"/>
                      <a:gd name="T31" fmla="*/ 0 h 10170"/>
                      <a:gd name="T32" fmla="*/ 0 w 3831"/>
                      <a:gd name="T33" fmla="*/ 0 h 10170"/>
                      <a:gd name="T34" fmla="*/ 0 w 3831"/>
                      <a:gd name="T35" fmla="*/ 0 h 10170"/>
                      <a:gd name="T36" fmla="*/ 0 w 3831"/>
                      <a:gd name="T37" fmla="*/ 0 h 10170"/>
                      <a:gd name="T38" fmla="*/ 0 w 3831"/>
                      <a:gd name="T39" fmla="*/ 0 h 10170"/>
                      <a:gd name="T40" fmla="*/ 0 w 3831"/>
                      <a:gd name="T41" fmla="*/ 0 h 10170"/>
                      <a:gd name="T42" fmla="*/ 0 w 3831"/>
                      <a:gd name="T43" fmla="*/ 0 h 10170"/>
                      <a:gd name="T44" fmla="*/ 0 w 3831"/>
                      <a:gd name="T45" fmla="*/ 0 h 10170"/>
                      <a:gd name="T46" fmla="*/ 0 w 3831"/>
                      <a:gd name="T47" fmla="*/ 0 h 10170"/>
                      <a:gd name="T48" fmla="*/ 0 w 3831"/>
                      <a:gd name="T49" fmla="*/ 0 h 10170"/>
                      <a:gd name="T50" fmla="*/ 0 w 3831"/>
                      <a:gd name="T51" fmla="*/ 0 h 10170"/>
                      <a:gd name="T52" fmla="*/ 0 w 3831"/>
                      <a:gd name="T53" fmla="*/ 0 h 10170"/>
                      <a:gd name="T54" fmla="*/ 0 w 3831"/>
                      <a:gd name="T55" fmla="*/ 0 h 10170"/>
                      <a:gd name="T56" fmla="*/ 0 w 3831"/>
                      <a:gd name="T57" fmla="*/ 0 h 10170"/>
                      <a:gd name="T58" fmla="*/ 0 w 3831"/>
                      <a:gd name="T59" fmla="*/ 0 h 10170"/>
                      <a:gd name="T60" fmla="*/ 0 w 3831"/>
                      <a:gd name="T61" fmla="*/ 0 h 10170"/>
                      <a:gd name="T62" fmla="*/ 0 w 3831"/>
                      <a:gd name="T63" fmla="*/ 0 h 10170"/>
                      <a:gd name="T64" fmla="*/ 0 w 3831"/>
                      <a:gd name="T65" fmla="*/ 0 h 10170"/>
                      <a:gd name="T66" fmla="*/ 0 w 3831"/>
                      <a:gd name="T67" fmla="*/ 0 h 10170"/>
                      <a:gd name="T68" fmla="*/ 0 w 3831"/>
                      <a:gd name="T69" fmla="*/ 0 h 10170"/>
                      <a:gd name="T70" fmla="*/ 0 w 3831"/>
                      <a:gd name="T71" fmla="*/ 0 h 10170"/>
                      <a:gd name="T72" fmla="*/ 0 w 3831"/>
                      <a:gd name="T73" fmla="*/ 0 h 10170"/>
                      <a:gd name="T74" fmla="*/ 0 w 3831"/>
                      <a:gd name="T75" fmla="*/ 0 h 10170"/>
                      <a:gd name="T76" fmla="*/ 0 w 3831"/>
                      <a:gd name="T77" fmla="*/ 0 h 10170"/>
                      <a:gd name="T78" fmla="*/ 0 w 3831"/>
                      <a:gd name="T79" fmla="*/ 0 h 10170"/>
                      <a:gd name="T80" fmla="*/ 0 w 3831"/>
                      <a:gd name="T81" fmla="*/ 0 h 10170"/>
                      <a:gd name="T82" fmla="*/ 0 w 3831"/>
                      <a:gd name="T83" fmla="*/ 0 h 10170"/>
                      <a:gd name="T84" fmla="*/ 0 w 3831"/>
                      <a:gd name="T85" fmla="*/ 0 h 10170"/>
                      <a:gd name="T86" fmla="*/ 0 w 3831"/>
                      <a:gd name="T87" fmla="*/ 0 h 10170"/>
                      <a:gd name="T88" fmla="*/ 0 w 3831"/>
                      <a:gd name="T89" fmla="*/ 0 h 10170"/>
                      <a:gd name="T90" fmla="*/ 0 w 3831"/>
                      <a:gd name="T91" fmla="*/ 0 h 10170"/>
                      <a:gd name="T92" fmla="*/ 0 w 3831"/>
                      <a:gd name="T93" fmla="*/ 0 h 10170"/>
                      <a:gd name="T94" fmla="*/ 0 w 3831"/>
                      <a:gd name="T95" fmla="*/ 0 h 10170"/>
                      <a:gd name="T96" fmla="*/ 0 w 3831"/>
                      <a:gd name="T97" fmla="*/ 0 h 10170"/>
                      <a:gd name="T98" fmla="*/ 0 w 3831"/>
                      <a:gd name="T99" fmla="*/ 0 h 10170"/>
                      <a:gd name="T100" fmla="*/ 0 w 3831"/>
                      <a:gd name="T101" fmla="*/ 0 h 10170"/>
                      <a:gd name="T102" fmla="*/ 0 w 3831"/>
                      <a:gd name="T103" fmla="*/ 0 h 10170"/>
                      <a:gd name="T104" fmla="*/ 0 w 3831"/>
                      <a:gd name="T105" fmla="*/ 0 h 10170"/>
                      <a:gd name="T106" fmla="*/ 0 w 3831"/>
                      <a:gd name="T107" fmla="*/ 0 h 10170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w 3831"/>
                      <a:gd name="T163" fmla="*/ 0 h 10170"/>
                      <a:gd name="T164" fmla="*/ 3831 w 3831"/>
                      <a:gd name="T165" fmla="*/ 10170 h 10170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T162" t="T163" r="T164" b="T165"/>
                    <a:pathLst>
                      <a:path w="3831" h="10170">
                        <a:moveTo>
                          <a:pt x="0" y="6000"/>
                        </a:moveTo>
                        <a:lnTo>
                          <a:pt x="1309" y="0"/>
                        </a:lnTo>
                        <a:lnTo>
                          <a:pt x="1490" y="0"/>
                        </a:lnTo>
                        <a:lnTo>
                          <a:pt x="1481" y="3143"/>
                        </a:lnTo>
                        <a:lnTo>
                          <a:pt x="1481" y="3215"/>
                        </a:lnTo>
                        <a:lnTo>
                          <a:pt x="1513" y="3282"/>
                        </a:lnTo>
                        <a:lnTo>
                          <a:pt x="1562" y="3353"/>
                        </a:lnTo>
                        <a:lnTo>
                          <a:pt x="1636" y="3411"/>
                        </a:lnTo>
                        <a:lnTo>
                          <a:pt x="1731" y="3461"/>
                        </a:lnTo>
                        <a:lnTo>
                          <a:pt x="1821" y="3515"/>
                        </a:lnTo>
                        <a:lnTo>
                          <a:pt x="1946" y="3552"/>
                        </a:lnTo>
                        <a:lnTo>
                          <a:pt x="2082" y="3594"/>
                        </a:lnTo>
                        <a:lnTo>
                          <a:pt x="2223" y="3618"/>
                        </a:lnTo>
                        <a:lnTo>
                          <a:pt x="2368" y="3634"/>
                        </a:lnTo>
                        <a:lnTo>
                          <a:pt x="2519" y="3641"/>
                        </a:lnTo>
                        <a:lnTo>
                          <a:pt x="2681" y="3641"/>
                        </a:lnTo>
                        <a:lnTo>
                          <a:pt x="2819" y="3625"/>
                        </a:lnTo>
                        <a:lnTo>
                          <a:pt x="2964" y="3603"/>
                        </a:lnTo>
                        <a:lnTo>
                          <a:pt x="3107" y="3575"/>
                        </a:lnTo>
                        <a:lnTo>
                          <a:pt x="3225" y="3540"/>
                        </a:lnTo>
                        <a:lnTo>
                          <a:pt x="3340" y="3488"/>
                        </a:lnTo>
                        <a:lnTo>
                          <a:pt x="3447" y="3434"/>
                        </a:lnTo>
                        <a:lnTo>
                          <a:pt x="3521" y="3377"/>
                        </a:lnTo>
                        <a:lnTo>
                          <a:pt x="3579" y="3312"/>
                        </a:lnTo>
                        <a:lnTo>
                          <a:pt x="3618" y="3246"/>
                        </a:lnTo>
                        <a:lnTo>
                          <a:pt x="3633" y="3174"/>
                        </a:lnTo>
                        <a:lnTo>
                          <a:pt x="3643" y="3143"/>
                        </a:lnTo>
                        <a:lnTo>
                          <a:pt x="3643" y="0"/>
                        </a:lnTo>
                        <a:lnTo>
                          <a:pt x="3831" y="0"/>
                        </a:lnTo>
                        <a:lnTo>
                          <a:pt x="3831" y="3793"/>
                        </a:lnTo>
                        <a:lnTo>
                          <a:pt x="2556" y="9655"/>
                        </a:lnTo>
                        <a:lnTo>
                          <a:pt x="2499" y="9746"/>
                        </a:lnTo>
                        <a:lnTo>
                          <a:pt x="2445" y="9821"/>
                        </a:lnTo>
                        <a:lnTo>
                          <a:pt x="2368" y="9891"/>
                        </a:lnTo>
                        <a:lnTo>
                          <a:pt x="2280" y="9952"/>
                        </a:lnTo>
                        <a:lnTo>
                          <a:pt x="2159" y="10006"/>
                        </a:lnTo>
                        <a:lnTo>
                          <a:pt x="2034" y="10058"/>
                        </a:lnTo>
                        <a:lnTo>
                          <a:pt x="1896" y="10098"/>
                        </a:lnTo>
                        <a:lnTo>
                          <a:pt x="1744" y="10129"/>
                        </a:lnTo>
                        <a:lnTo>
                          <a:pt x="1590" y="10156"/>
                        </a:lnTo>
                        <a:lnTo>
                          <a:pt x="1424" y="10166"/>
                        </a:lnTo>
                        <a:lnTo>
                          <a:pt x="1259" y="10170"/>
                        </a:lnTo>
                        <a:lnTo>
                          <a:pt x="1091" y="10166"/>
                        </a:lnTo>
                        <a:lnTo>
                          <a:pt x="925" y="10147"/>
                        </a:lnTo>
                        <a:lnTo>
                          <a:pt x="769" y="10123"/>
                        </a:lnTo>
                        <a:lnTo>
                          <a:pt x="618" y="10088"/>
                        </a:lnTo>
                        <a:lnTo>
                          <a:pt x="483" y="10054"/>
                        </a:lnTo>
                        <a:lnTo>
                          <a:pt x="358" y="9997"/>
                        </a:lnTo>
                        <a:lnTo>
                          <a:pt x="250" y="9943"/>
                        </a:lnTo>
                        <a:lnTo>
                          <a:pt x="159" y="9875"/>
                        </a:lnTo>
                        <a:lnTo>
                          <a:pt x="84" y="9811"/>
                        </a:lnTo>
                        <a:lnTo>
                          <a:pt x="38" y="9737"/>
                        </a:lnTo>
                        <a:lnTo>
                          <a:pt x="4" y="9703"/>
                        </a:lnTo>
                        <a:lnTo>
                          <a:pt x="0" y="6000"/>
                        </a:lnTo>
                        <a:close/>
                      </a:path>
                    </a:pathLst>
                  </a:custGeom>
                  <a:solidFill>
                    <a:srgbClr val="70230C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267" name="Freeform 119"/>
                  <p:cNvSpPr>
                    <a:spLocks/>
                  </p:cNvSpPr>
                  <p:nvPr/>
                </p:nvSpPr>
                <p:spPr bwMode="auto">
                  <a:xfrm>
                    <a:off x="846" y="1254"/>
                    <a:ext cx="425" cy="647"/>
                  </a:xfrm>
                  <a:custGeom>
                    <a:avLst/>
                    <a:gdLst>
                      <a:gd name="T0" fmla="*/ 0 w 7652"/>
                      <a:gd name="T1" fmla="*/ 0 h 11636"/>
                      <a:gd name="T2" fmla="*/ 0 w 7652"/>
                      <a:gd name="T3" fmla="*/ 0 h 11636"/>
                      <a:gd name="T4" fmla="*/ 0 w 7652"/>
                      <a:gd name="T5" fmla="*/ 0 h 11636"/>
                      <a:gd name="T6" fmla="*/ 0 w 7652"/>
                      <a:gd name="T7" fmla="*/ 0 h 11636"/>
                      <a:gd name="T8" fmla="*/ 0 w 7652"/>
                      <a:gd name="T9" fmla="*/ 0 h 11636"/>
                      <a:gd name="T10" fmla="*/ 0 w 7652"/>
                      <a:gd name="T11" fmla="*/ 0 h 11636"/>
                      <a:gd name="T12" fmla="*/ 0 w 7652"/>
                      <a:gd name="T13" fmla="*/ 0 h 11636"/>
                      <a:gd name="T14" fmla="*/ 0 w 7652"/>
                      <a:gd name="T15" fmla="*/ 0 h 11636"/>
                      <a:gd name="T16" fmla="*/ 0 w 7652"/>
                      <a:gd name="T17" fmla="*/ 0 h 11636"/>
                      <a:gd name="T18" fmla="*/ 0 w 7652"/>
                      <a:gd name="T19" fmla="*/ 0 h 11636"/>
                      <a:gd name="T20" fmla="*/ 0 w 7652"/>
                      <a:gd name="T21" fmla="*/ 0 h 11636"/>
                      <a:gd name="T22" fmla="*/ 0 w 7652"/>
                      <a:gd name="T23" fmla="*/ 0 h 11636"/>
                      <a:gd name="T24" fmla="*/ 0 w 7652"/>
                      <a:gd name="T25" fmla="*/ 0 h 11636"/>
                      <a:gd name="T26" fmla="*/ 0 w 7652"/>
                      <a:gd name="T27" fmla="*/ 0 h 11636"/>
                      <a:gd name="T28" fmla="*/ 0 w 7652"/>
                      <a:gd name="T29" fmla="*/ 0 h 11636"/>
                      <a:gd name="T30" fmla="*/ 0 w 7652"/>
                      <a:gd name="T31" fmla="*/ 0 h 11636"/>
                      <a:gd name="T32" fmla="*/ 0 w 7652"/>
                      <a:gd name="T33" fmla="*/ 0 h 11636"/>
                      <a:gd name="T34" fmla="*/ 0 w 7652"/>
                      <a:gd name="T35" fmla="*/ 0 h 11636"/>
                      <a:gd name="T36" fmla="*/ 0 w 7652"/>
                      <a:gd name="T37" fmla="*/ 0 h 11636"/>
                      <a:gd name="T38" fmla="*/ 0 w 7652"/>
                      <a:gd name="T39" fmla="*/ 0 h 11636"/>
                      <a:gd name="T40" fmla="*/ 0 w 7652"/>
                      <a:gd name="T41" fmla="*/ 0 h 11636"/>
                      <a:gd name="T42" fmla="*/ 0 w 7652"/>
                      <a:gd name="T43" fmla="*/ 0 h 11636"/>
                      <a:gd name="T44" fmla="*/ 0 w 7652"/>
                      <a:gd name="T45" fmla="*/ 0 h 11636"/>
                      <a:gd name="T46" fmla="*/ 0 w 7652"/>
                      <a:gd name="T47" fmla="*/ 0 h 11636"/>
                      <a:gd name="T48" fmla="*/ 0 w 7652"/>
                      <a:gd name="T49" fmla="*/ 0 h 11636"/>
                      <a:gd name="T50" fmla="*/ 0 w 7652"/>
                      <a:gd name="T51" fmla="*/ 0 h 11636"/>
                      <a:gd name="T52" fmla="*/ 0 w 7652"/>
                      <a:gd name="T53" fmla="*/ 0 h 11636"/>
                      <a:gd name="T54" fmla="*/ 0 w 7652"/>
                      <a:gd name="T55" fmla="*/ 0 h 11636"/>
                      <a:gd name="T56" fmla="*/ 0 w 7652"/>
                      <a:gd name="T57" fmla="*/ 0 h 11636"/>
                      <a:gd name="T58" fmla="*/ 0 w 7652"/>
                      <a:gd name="T59" fmla="*/ 0 h 11636"/>
                      <a:gd name="T60" fmla="*/ 0 w 7652"/>
                      <a:gd name="T61" fmla="*/ 0 h 11636"/>
                      <a:gd name="T62" fmla="*/ 0 w 7652"/>
                      <a:gd name="T63" fmla="*/ 0 h 11636"/>
                      <a:gd name="T64" fmla="*/ 0 w 7652"/>
                      <a:gd name="T65" fmla="*/ 0 h 11636"/>
                      <a:gd name="T66" fmla="*/ 0 w 7652"/>
                      <a:gd name="T67" fmla="*/ 0 h 11636"/>
                      <a:gd name="T68" fmla="*/ 0 w 7652"/>
                      <a:gd name="T69" fmla="*/ 0 h 11636"/>
                      <a:gd name="T70" fmla="*/ 0 w 7652"/>
                      <a:gd name="T71" fmla="*/ 0 h 11636"/>
                      <a:gd name="T72" fmla="*/ 0 w 7652"/>
                      <a:gd name="T73" fmla="*/ 0 h 11636"/>
                      <a:gd name="T74" fmla="*/ 0 w 7652"/>
                      <a:gd name="T75" fmla="*/ 0 h 11636"/>
                      <a:gd name="T76" fmla="*/ 0 w 7652"/>
                      <a:gd name="T77" fmla="*/ 0 h 11636"/>
                      <a:gd name="T78" fmla="*/ 0 w 7652"/>
                      <a:gd name="T79" fmla="*/ 0 h 11636"/>
                      <a:gd name="T80" fmla="*/ 0 w 7652"/>
                      <a:gd name="T81" fmla="*/ 0 h 11636"/>
                      <a:gd name="T82" fmla="*/ 0 w 7652"/>
                      <a:gd name="T83" fmla="*/ 0 h 11636"/>
                      <a:gd name="T84" fmla="*/ 0 w 7652"/>
                      <a:gd name="T85" fmla="*/ 0 h 11636"/>
                      <a:gd name="T86" fmla="*/ 0 w 7652"/>
                      <a:gd name="T87" fmla="*/ 0 h 11636"/>
                      <a:gd name="T88" fmla="*/ 0 w 7652"/>
                      <a:gd name="T89" fmla="*/ 0 h 11636"/>
                      <a:gd name="T90" fmla="*/ 0 w 7652"/>
                      <a:gd name="T91" fmla="*/ 0 h 11636"/>
                      <a:gd name="T92" fmla="*/ 0 w 7652"/>
                      <a:gd name="T93" fmla="*/ 0 h 11636"/>
                      <a:gd name="T94" fmla="*/ 0 w 7652"/>
                      <a:gd name="T95" fmla="*/ 0 h 11636"/>
                      <a:gd name="T96" fmla="*/ 0 w 7652"/>
                      <a:gd name="T97" fmla="*/ 0 h 11636"/>
                      <a:gd name="T98" fmla="*/ 0 w 7652"/>
                      <a:gd name="T99" fmla="*/ 0 h 11636"/>
                      <a:gd name="T100" fmla="*/ 0 w 7652"/>
                      <a:gd name="T101" fmla="*/ 0 h 11636"/>
                      <a:gd name="T102" fmla="*/ 0 w 7652"/>
                      <a:gd name="T103" fmla="*/ 0 h 11636"/>
                      <a:gd name="T104" fmla="*/ 0 w 7652"/>
                      <a:gd name="T105" fmla="*/ 0 h 116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w 7652"/>
                      <a:gd name="T160" fmla="*/ 0 h 11636"/>
                      <a:gd name="T161" fmla="*/ 7652 w 7652"/>
                      <a:gd name="T162" fmla="*/ 11636 h 116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T159" t="T160" r="T161" b="T162"/>
                    <a:pathLst>
                      <a:path w="7652" h="11636">
                        <a:moveTo>
                          <a:pt x="7473" y="4604"/>
                        </a:moveTo>
                        <a:lnTo>
                          <a:pt x="7473" y="4617"/>
                        </a:lnTo>
                        <a:lnTo>
                          <a:pt x="7457" y="4692"/>
                        </a:lnTo>
                        <a:lnTo>
                          <a:pt x="7415" y="4758"/>
                        </a:lnTo>
                        <a:lnTo>
                          <a:pt x="7351" y="4823"/>
                        </a:lnTo>
                        <a:lnTo>
                          <a:pt x="7285" y="4884"/>
                        </a:lnTo>
                        <a:lnTo>
                          <a:pt x="7185" y="4944"/>
                        </a:lnTo>
                        <a:lnTo>
                          <a:pt x="7072" y="4995"/>
                        </a:lnTo>
                        <a:lnTo>
                          <a:pt x="6943" y="5026"/>
                        </a:lnTo>
                        <a:lnTo>
                          <a:pt x="6812" y="5067"/>
                        </a:lnTo>
                        <a:lnTo>
                          <a:pt x="6670" y="5087"/>
                        </a:lnTo>
                        <a:lnTo>
                          <a:pt x="6516" y="5101"/>
                        </a:lnTo>
                        <a:lnTo>
                          <a:pt x="6356" y="5101"/>
                        </a:lnTo>
                        <a:lnTo>
                          <a:pt x="6201" y="5098"/>
                        </a:lnTo>
                        <a:lnTo>
                          <a:pt x="6052" y="5080"/>
                        </a:lnTo>
                        <a:lnTo>
                          <a:pt x="5905" y="5053"/>
                        </a:lnTo>
                        <a:lnTo>
                          <a:pt x="5776" y="5021"/>
                        </a:lnTo>
                        <a:lnTo>
                          <a:pt x="5655" y="4971"/>
                        </a:lnTo>
                        <a:lnTo>
                          <a:pt x="5548" y="4932"/>
                        </a:lnTo>
                        <a:lnTo>
                          <a:pt x="5453" y="4864"/>
                        </a:lnTo>
                        <a:lnTo>
                          <a:pt x="5388" y="4806"/>
                        </a:lnTo>
                        <a:lnTo>
                          <a:pt x="5335" y="4742"/>
                        </a:lnTo>
                        <a:lnTo>
                          <a:pt x="5304" y="4670"/>
                        </a:lnTo>
                        <a:lnTo>
                          <a:pt x="5295" y="4604"/>
                        </a:lnTo>
                        <a:lnTo>
                          <a:pt x="5277" y="4447"/>
                        </a:lnTo>
                        <a:lnTo>
                          <a:pt x="5277" y="1446"/>
                        </a:lnTo>
                        <a:lnTo>
                          <a:pt x="5099" y="1446"/>
                        </a:lnTo>
                        <a:lnTo>
                          <a:pt x="5099" y="749"/>
                        </a:lnTo>
                        <a:lnTo>
                          <a:pt x="4913" y="749"/>
                        </a:lnTo>
                        <a:lnTo>
                          <a:pt x="4913" y="3792"/>
                        </a:lnTo>
                        <a:lnTo>
                          <a:pt x="4911" y="3882"/>
                        </a:lnTo>
                        <a:lnTo>
                          <a:pt x="4911" y="3912"/>
                        </a:lnTo>
                        <a:lnTo>
                          <a:pt x="4889" y="3980"/>
                        </a:lnTo>
                        <a:lnTo>
                          <a:pt x="4854" y="4045"/>
                        </a:lnTo>
                        <a:lnTo>
                          <a:pt x="4796" y="4109"/>
                        </a:lnTo>
                        <a:lnTo>
                          <a:pt x="4719" y="4172"/>
                        </a:lnTo>
                        <a:lnTo>
                          <a:pt x="4612" y="4221"/>
                        </a:lnTo>
                        <a:lnTo>
                          <a:pt x="4505" y="4268"/>
                        </a:lnTo>
                        <a:lnTo>
                          <a:pt x="4371" y="4309"/>
                        </a:lnTo>
                        <a:lnTo>
                          <a:pt x="4236" y="4332"/>
                        </a:lnTo>
                        <a:lnTo>
                          <a:pt x="4083" y="4359"/>
                        </a:lnTo>
                        <a:lnTo>
                          <a:pt x="3925" y="4370"/>
                        </a:lnTo>
                        <a:lnTo>
                          <a:pt x="3780" y="4370"/>
                        </a:lnTo>
                        <a:lnTo>
                          <a:pt x="3621" y="4367"/>
                        </a:lnTo>
                        <a:lnTo>
                          <a:pt x="3471" y="4352"/>
                        </a:lnTo>
                        <a:lnTo>
                          <a:pt x="3333" y="4318"/>
                        </a:lnTo>
                        <a:lnTo>
                          <a:pt x="3190" y="4291"/>
                        </a:lnTo>
                        <a:lnTo>
                          <a:pt x="3065" y="4252"/>
                        </a:lnTo>
                        <a:lnTo>
                          <a:pt x="2965" y="4195"/>
                        </a:lnTo>
                        <a:lnTo>
                          <a:pt x="2880" y="4142"/>
                        </a:lnTo>
                        <a:lnTo>
                          <a:pt x="2803" y="4082"/>
                        </a:lnTo>
                        <a:lnTo>
                          <a:pt x="2750" y="4018"/>
                        </a:lnTo>
                        <a:lnTo>
                          <a:pt x="2722" y="3946"/>
                        </a:lnTo>
                        <a:lnTo>
                          <a:pt x="2715" y="3882"/>
                        </a:lnTo>
                        <a:lnTo>
                          <a:pt x="2732" y="3792"/>
                        </a:lnTo>
                        <a:lnTo>
                          <a:pt x="2732" y="749"/>
                        </a:lnTo>
                        <a:lnTo>
                          <a:pt x="2553" y="749"/>
                        </a:lnTo>
                        <a:lnTo>
                          <a:pt x="2553" y="0"/>
                        </a:lnTo>
                        <a:lnTo>
                          <a:pt x="2363" y="0"/>
                        </a:lnTo>
                        <a:lnTo>
                          <a:pt x="2363" y="3043"/>
                        </a:lnTo>
                        <a:lnTo>
                          <a:pt x="2367" y="3161"/>
                        </a:lnTo>
                        <a:lnTo>
                          <a:pt x="2363" y="3192"/>
                        </a:lnTo>
                        <a:lnTo>
                          <a:pt x="2344" y="3265"/>
                        </a:lnTo>
                        <a:lnTo>
                          <a:pt x="2310" y="3330"/>
                        </a:lnTo>
                        <a:lnTo>
                          <a:pt x="2251" y="3392"/>
                        </a:lnTo>
                        <a:lnTo>
                          <a:pt x="2169" y="3453"/>
                        </a:lnTo>
                        <a:lnTo>
                          <a:pt x="2067" y="3506"/>
                        </a:lnTo>
                        <a:lnTo>
                          <a:pt x="1956" y="3544"/>
                        </a:lnTo>
                        <a:lnTo>
                          <a:pt x="1825" y="3591"/>
                        </a:lnTo>
                        <a:lnTo>
                          <a:pt x="1690" y="3621"/>
                        </a:lnTo>
                        <a:lnTo>
                          <a:pt x="1537" y="3639"/>
                        </a:lnTo>
                        <a:lnTo>
                          <a:pt x="1390" y="3651"/>
                        </a:lnTo>
                        <a:lnTo>
                          <a:pt x="1230" y="3655"/>
                        </a:lnTo>
                        <a:lnTo>
                          <a:pt x="1076" y="3651"/>
                        </a:lnTo>
                        <a:lnTo>
                          <a:pt x="927" y="3635"/>
                        </a:lnTo>
                        <a:lnTo>
                          <a:pt x="784" y="3612"/>
                        </a:lnTo>
                        <a:lnTo>
                          <a:pt x="650" y="3571"/>
                        </a:lnTo>
                        <a:lnTo>
                          <a:pt x="526" y="3530"/>
                        </a:lnTo>
                        <a:lnTo>
                          <a:pt x="415" y="3483"/>
                        </a:lnTo>
                        <a:lnTo>
                          <a:pt x="328" y="3429"/>
                        </a:lnTo>
                        <a:lnTo>
                          <a:pt x="251" y="3353"/>
                        </a:lnTo>
                        <a:lnTo>
                          <a:pt x="205" y="3299"/>
                        </a:lnTo>
                        <a:lnTo>
                          <a:pt x="174" y="3233"/>
                        </a:lnTo>
                        <a:lnTo>
                          <a:pt x="173" y="3161"/>
                        </a:lnTo>
                        <a:lnTo>
                          <a:pt x="173" y="27"/>
                        </a:lnTo>
                        <a:lnTo>
                          <a:pt x="0" y="27"/>
                        </a:lnTo>
                        <a:lnTo>
                          <a:pt x="0" y="11053"/>
                        </a:lnTo>
                        <a:lnTo>
                          <a:pt x="0" y="11125"/>
                        </a:lnTo>
                        <a:lnTo>
                          <a:pt x="35" y="11199"/>
                        </a:lnTo>
                        <a:lnTo>
                          <a:pt x="81" y="11271"/>
                        </a:lnTo>
                        <a:lnTo>
                          <a:pt x="151" y="11341"/>
                        </a:lnTo>
                        <a:lnTo>
                          <a:pt x="243" y="11402"/>
                        </a:lnTo>
                        <a:lnTo>
                          <a:pt x="354" y="11459"/>
                        </a:lnTo>
                        <a:lnTo>
                          <a:pt x="480" y="11513"/>
                        </a:lnTo>
                        <a:lnTo>
                          <a:pt x="614" y="11559"/>
                        </a:lnTo>
                        <a:lnTo>
                          <a:pt x="766" y="11585"/>
                        </a:lnTo>
                        <a:lnTo>
                          <a:pt x="923" y="11612"/>
                        </a:lnTo>
                        <a:lnTo>
                          <a:pt x="1086" y="11632"/>
                        </a:lnTo>
                        <a:lnTo>
                          <a:pt x="1258" y="11636"/>
                        </a:lnTo>
                        <a:lnTo>
                          <a:pt x="1421" y="11632"/>
                        </a:lnTo>
                        <a:lnTo>
                          <a:pt x="1582" y="11616"/>
                        </a:lnTo>
                        <a:lnTo>
                          <a:pt x="1748" y="11593"/>
                        </a:lnTo>
                        <a:lnTo>
                          <a:pt x="1893" y="11562"/>
                        </a:lnTo>
                        <a:lnTo>
                          <a:pt x="2036" y="11524"/>
                        </a:lnTo>
                        <a:lnTo>
                          <a:pt x="2162" y="11473"/>
                        </a:lnTo>
                        <a:lnTo>
                          <a:pt x="2277" y="11423"/>
                        </a:lnTo>
                        <a:lnTo>
                          <a:pt x="2367" y="11348"/>
                        </a:lnTo>
                        <a:lnTo>
                          <a:pt x="2442" y="11283"/>
                        </a:lnTo>
                        <a:lnTo>
                          <a:pt x="2492" y="11210"/>
                        </a:lnTo>
                        <a:lnTo>
                          <a:pt x="2577" y="11199"/>
                        </a:lnTo>
                        <a:lnTo>
                          <a:pt x="2630" y="11271"/>
                        </a:lnTo>
                        <a:lnTo>
                          <a:pt x="2700" y="11341"/>
                        </a:lnTo>
                        <a:lnTo>
                          <a:pt x="2793" y="11402"/>
                        </a:lnTo>
                        <a:lnTo>
                          <a:pt x="2900" y="11459"/>
                        </a:lnTo>
                        <a:lnTo>
                          <a:pt x="3026" y="11513"/>
                        </a:lnTo>
                        <a:lnTo>
                          <a:pt x="3167" y="11559"/>
                        </a:lnTo>
                        <a:lnTo>
                          <a:pt x="3311" y="11585"/>
                        </a:lnTo>
                        <a:lnTo>
                          <a:pt x="3471" y="11612"/>
                        </a:lnTo>
                        <a:lnTo>
                          <a:pt x="3629" y="11632"/>
                        </a:lnTo>
                        <a:lnTo>
                          <a:pt x="3794" y="11636"/>
                        </a:lnTo>
                        <a:lnTo>
                          <a:pt x="3966" y="11632"/>
                        </a:lnTo>
                        <a:lnTo>
                          <a:pt x="4128" y="11616"/>
                        </a:lnTo>
                        <a:lnTo>
                          <a:pt x="4290" y="11593"/>
                        </a:lnTo>
                        <a:lnTo>
                          <a:pt x="4439" y="11562"/>
                        </a:lnTo>
                        <a:lnTo>
                          <a:pt x="4580" y="11524"/>
                        </a:lnTo>
                        <a:lnTo>
                          <a:pt x="4700" y="11473"/>
                        </a:lnTo>
                        <a:lnTo>
                          <a:pt x="4819" y="11423"/>
                        </a:lnTo>
                        <a:lnTo>
                          <a:pt x="4911" y="11348"/>
                        </a:lnTo>
                        <a:lnTo>
                          <a:pt x="4991" y="11283"/>
                        </a:lnTo>
                        <a:lnTo>
                          <a:pt x="5042" y="11210"/>
                        </a:lnTo>
                        <a:lnTo>
                          <a:pt x="5122" y="11199"/>
                        </a:lnTo>
                        <a:lnTo>
                          <a:pt x="5176" y="11271"/>
                        </a:lnTo>
                        <a:lnTo>
                          <a:pt x="5238" y="11341"/>
                        </a:lnTo>
                        <a:lnTo>
                          <a:pt x="5335" y="11402"/>
                        </a:lnTo>
                        <a:lnTo>
                          <a:pt x="5446" y="11459"/>
                        </a:lnTo>
                        <a:lnTo>
                          <a:pt x="5575" y="11513"/>
                        </a:lnTo>
                        <a:lnTo>
                          <a:pt x="5714" y="11559"/>
                        </a:lnTo>
                        <a:lnTo>
                          <a:pt x="5854" y="11585"/>
                        </a:lnTo>
                        <a:lnTo>
                          <a:pt x="6013" y="11612"/>
                        </a:lnTo>
                        <a:lnTo>
                          <a:pt x="6171" y="11632"/>
                        </a:lnTo>
                        <a:lnTo>
                          <a:pt x="6347" y="11636"/>
                        </a:lnTo>
                        <a:lnTo>
                          <a:pt x="6516" y="11632"/>
                        </a:lnTo>
                        <a:lnTo>
                          <a:pt x="6680" y="11616"/>
                        </a:lnTo>
                        <a:lnTo>
                          <a:pt x="6839" y="11593"/>
                        </a:lnTo>
                        <a:lnTo>
                          <a:pt x="6993" y="11562"/>
                        </a:lnTo>
                        <a:lnTo>
                          <a:pt x="7128" y="11524"/>
                        </a:lnTo>
                        <a:lnTo>
                          <a:pt x="7250" y="11473"/>
                        </a:lnTo>
                        <a:lnTo>
                          <a:pt x="7365" y="11423"/>
                        </a:lnTo>
                        <a:lnTo>
                          <a:pt x="7457" y="11348"/>
                        </a:lnTo>
                        <a:lnTo>
                          <a:pt x="7530" y="11283"/>
                        </a:lnTo>
                        <a:lnTo>
                          <a:pt x="7587" y="11210"/>
                        </a:lnTo>
                        <a:lnTo>
                          <a:pt x="7621" y="11138"/>
                        </a:lnTo>
                        <a:lnTo>
                          <a:pt x="7634" y="11067"/>
                        </a:lnTo>
                        <a:lnTo>
                          <a:pt x="7634" y="11053"/>
                        </a:lnTo>
                        <a:lnTo>
                          <a:pt x="7652" y="10915"/>
                        </a:lnTo>
                        <a:lnTo>
                          <a:pt x="7652" y="1446"/>
                        </a:lnTo>
                        <a:lnTo>
                          <a:pt x="7473" y="1446"/>
                        </a:lnTo>
                        <a:lnTo>
                          <a:pt x="7473" y="4447"/>
                        </a:lnTo>
                        <a:lnTo>
                          <a:pt x="7473" y="4604"/>
                        </a:lnTo>
                        <a:close/>
                      </a:path>
                    </a:pathLst>
                  </a:custGeom>
                  <a:solidFill>
                    <a:srgbClr val="70230C"/>
                  </a:solidFill>
                  <a:ln w="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261" name="Text Box 120"/>
                <p:cNvSpPr txBox="1">
                  <a:spLocks noChangeArrowheads="1"/>
                </p:cNvSpPr>
                <p:nvPr/>
              </p:nvSpPr>
              <p:spPr bwMode="auto">
                <a:xfrm>
                  <a:off x="4202" y="3621"/>
                  <a:ext cx="360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Library</a:t>
                  </a:r>
                </a:p>
              </p:txBody>
            </p:sp>
          </p:grpSp>
          <p:grpSp>
            <p:nvGrpSpPr>
              <p:cNvPr id="1087" name="Group 121"/>
              <p:cNvGrpSpPr>
                <a:grpSpLocks/>
              </p:cNvGrpSpPr>
              <p:nvPr/>
            </p:nvGrpSpPr>
            <p:grpSpPr bwMode="auto">
              <a:xfrm>
                <a:off x="2504" y="3474"/>
                <a:ext cx="673" cy="412"/>
                <a:chOff x="3005" y="3320"/>
                <a:chExt cx="673" cy="412"/>
              </a:xfrm>
            </p:grpSpPr>
            <p:graphicFrame>
              <p:nvGraphicFramePr>
                <p:cNvPr id="1029" name="Object 5"/>
                <p:cNvGraphicFramePr>
                  <a:graphicFrameLocks noChangeAspect="1"/>
                </p:cNvGraphicFramePr>
                <p:nvPr/>
              </p:nvGraphicFramePr>
              <p:xfrm>
                <a:off x="3005" y="3320"/>
                <a:ext cx="673" cy="31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417" name="Clip" r:id="rId10" imgW="5281200" imgH="2430000" progId="">
                        <p:embed/>
                      </p:oleObj>
                    </mc:Choice>
                    <mc:Fallback>
                      <p:oleObj name="Clip" r:id="rId10" imgW="5281200" imgH="2430000" progId="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005" y="3320"/>
                              <a:ext cx="673" cy="31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259" name="Text Box 123"/>
                <p:cNvSpPr txBox="1">
                  <a:spLocks noChangeArrowheads="1"/>
                </p:cNvSpPr>
                <p:nvPr/>
              </p:nvSpPr>
              <p:spPr bwMode="auto">
                <a:xfrm>
                  <a:off x="3011" y="3588"/>
                  <a:ext cx="666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Physical Facilities</a:t>
                  </a:r>
                </a:p>
              </p:txBody>
            </p:sp>
          </p:grpSp>
          <p:grpSp>
            <p:nvGrpSpPr>
              <p:cNvPr id="1088" name="Group 124"/>
              <p:cNvGrpSpPr>
                <a:grpSpLocks/>
              </p:cNvGrpSpPr>
              <p:nvPr/>
            </p:nvGrpSpPr>
            <p:grpSpPr bwMode="auto">
              <a:xfrm>
                <a:off x="3106" y="3489"/>
                <a:ext cx="516" cy="481"/>
                <a:chOff x="3722" y="3286"/>
                <a:chExt cx="516" cy="481"/>
              </a:xfrm>
            </p:grpSpPr>
            <p:grpSp>
              <p:nvGrpSpPr>
                <p:cNvPr id="1155" name="Group 125"/>
                <p:cNvGrpSpPr>
                  <a:grpSpLocks/>
                </p:cNvGrpSpPr>
                <p:nvPr/>
              </p:nvGrpSpPr>
              <p:grpSpPr bwMode="auto">
                <a:xfrm>
                  <a:off x="3864" y="3286"/>
                  <a:ext cx="242" cy="344"/>
                  <a:chOff x="2090" y="1180"/>
                  <a:chExt cx="1578" cy="2236"/>
                </a:xfrm>
              </p:grpSpPr>
              <p:sp>
                <p:nvSpPr>
                  <p:cNvPr id="1157" name="Freeform 126"/>
                  <p:cNvSpPr>
                    <a:spLocks/>
                  </p:cNvSpPr>
                  <p:nvPr/>
                </p:nvSpPr>
                <p:spPr bwMode="auto">
                  <a:xfrm>
                    <a:off x="2826" y="1668"/>
                    <a:ext cx="653" cy="1505"/>
                  </a:xfrm>
                  <a:custGeom>
                    <a:avLst/>
                    <a:gdLst>
                      <a:gd name="T0" fmla="*/ 22 w 1307"/>
                      <a:gd name="T1" fmla="*/ 43 h 3010"/>
                      <a:gd name="T2" fmla="*/ 22 w 1307"/>
                      <a:gd name="T3" fmla="*/ 76 h 3010"/>
                      <a:gd name="T4" fmla="*/ 15 w 1307"/>
                      <a:gd name="T5" fmla="*/ 94 h 3010"/>
                      <a:gd name="T6" fmla="*/ 40 w 1307"/>
                      <a:gd name="T7" fmla="*/ 94 h 3010"/>
                      <a:gd name="T8" fmla="*/ 40 w 1307"/>
                      <a:gd name="T9" fmla="*/ 14 h 3010"/>
                      <a:gd name="T10" fmla="*/ 14 w 1307"/>
                      <a:gd name="T11" fmla="*/ 0 h 3010"/>
                      <a:gd name="T12" fmla="*/ 0 w 1307"/>
                      <a:gd name="T13" fmla="*/ 28 h 3010"/>
                      <a:gd name="T14" fmla="*/ 22 w 1307"/>
                      <a:gd name="T15" fmla="*/ 43 h 301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307"/>
                      <a:gd name="T25" fmla="*/ 0 h 3010"/>
                      <a:gd name="T26" fmla="*/ 1307 w 1307"/>
                      <a:gd name="T27" fmla="*/ 3010 h 3010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307" h="3010">
                        <a:moveTo>
                          <a:pt x="707" y="1346"/>
                        </a:moveTo>
                        <a:lnTo>
                          <a:pt x="707" y="2408"/>
                        </a:lnTo>
                        <a:lnTo>
                          <a:pt x="494" y="3010"/>
                        </a:lnTo>
                        <a:lnTo>
                          <a:pt x="1307" y="3010"/>
                        </a:lnTo>
                        <a:lnTo>
                          <a:pt x="1307" y="462"/>
                        </a:lnTo>
                        <a:lnTo>
                          <a:pt x="458" y="0"/>
                        </a:lnTo>
                        <a:lnTo>
                          <a:pt x="0" y="920"/>
                        </a:lnTo>
                        <a:lnTo>
                          <a:pt x="707" y="1346"/>
                        </a:lnTo>
                        <a:close/>
                      </a:path>
                    </a:pathLst>
                  </a:custGeom>
                  <a:solidFill>
                    <a:srgbClr val="5F5F5F"/>
                  </a:solidFill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1158" name="Group 127"/>
                  <p:cNvGrpSpPr>
                    <a:grpSpLocks/>
                  </p:cNvGrpSpPr>
                  <p:nvPr/>
                </p:nvGrpSpPr>
                <p:grpSpPr bwMode="auto">
                  <a:xfrm>
                    <a:off x="2208" y="2315"/>
                    <a:ext cx="971" cy="806"/>
                    <a:chOff x="2208" y="2315"/>
                    <a:chExt cx="971" cy="806"/>
                  </a:xfrm>
                </p:grpSpPr>
                <p:grpSp>
                  <p:nvGrpSpPr>
                    <p:cNvPr id="1252" name="Group 128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08" y="2500"/>
                      <a:ext cx="636" cy="621"/>
                      <a:chOff x="2208" y="2500"/>
                      <a:chExt cx="636" cy="621"/>
                    </a:xfrm>
                  </p:grpSpPr>
                  <p:sp>
                    <p:nvSpPr>
                      <p:cNvPr id="1257" name="Freeform 12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08" y="2500"/>
                        <a:ext cx="636" cy="621"/>
                      </a:xfrm>
                      <a:custGeom>
                        <a:avLst/>
                        <a:gdLst>
                          <a:gd name="T0" fmla="*/ 2 w 1270"/>
                          <a:gd name="T1" fmla="*/ 18 h 1241"/>
                          <a:gd name="T2" fmla="*/ 21 w 1270"/>
                          <a:gd name="T3" fmla="*/ 28 h 1241"/>
                          <a:gd name="T4" fmla="*/ 20 w 1270"/>
                          <a:gd name="T5" fmla="*/ 30 h 1241"/>
                          <a:gd name="T6" fmla="*/ 24 w 1270"/>
                          <a:gd name="T7" fmla="*/ 35 h 1241"/>
                          <a:gd name="T8" fmla="*/ 30 w 1270"/>
                          <a:gd name="T9" fmla="*/ 20 h 1241"/>
                          <a:gd name="T10" fmla="*/ 31 w 1270"/>
                          <a:gd name="T11" fmla="*/ 15 h 1241"/>
                          <a:gd name="T12" fmla="*/ 29 w 1270"/>
                          <a:gd name="T13" fmla="*/ 17 h 1241"/>
                          <a:gd name="T14" fmla="*/ 6 w 1270"/>
                          <a:gd name="T15" fmla="*/ 5 h 1241"/>
                          <a:gd name="T16" fmla="*/ 8 w 1270"/>
                          <a:gd name="T17" fmla="*/ 0 h 1241"/>
                          <a:gd name="T18" fmla="*/ 35 w 1270"/>
                          <a:gd name="T19" fmla="*/ 13 h 1241"/>
                          <a:gd name="T20" fmla="*/ 36 w 1270"/>
                          <a:gd name="T21" fmla="*/ 11 h 1241"/>
                          <a:gd name="T22" fmla="*/ 40 w 1270"/>
                          <a:gd name="T23" fmla="*/ 13 h 1241"/>
                          <a:gd name="T24" fmla="*/ 38 w 1270"/>
                          <a:gd name="T25" fmla="*/ 18 h 1241"/>
                          <a:gd name="T26" fmla="*/ 32 w 1270"/>
                          <a:gd name="T27" fmla="*/ 23 h 1241"/>
                          <a:gd name="T28" fmla="*/ 25 w 1270"/>
                          <a:gd name="T29" fmla="*/ 39 h 1241"/>
                          <a:gd name="T30" fmla="*/ 14 w 1270"/>
                          <a:gd name="T31" fmla="*/ 33 h 1241"/>
                          <a:gd name="T32" fmla="*/ 0 w 1270"/>
                          <a:gd name="T33" fmla="*/ 22 h 1241"/>
                          <a:gd name="T34" fmla="*/ 2 w 1270"/>
                          <a:gd name="T35" fmla="*/ 18 h 1241"/>
                          <a:gd name="T36" fmla="*/ 0 60000 65536"/>
                          <a:gd name="T37" fmla="*/ 0 60000 65536"/>
                          <a:gd name="T38" fmla="*/ 0 60000 65536"/>
                          <a:gd name="T39" fmla="*/ 0 60000 65536"/>
                          <a:gd name="T40" fmla="*/ 0 60000 65536"/>
                          <a:gd name="T41" fmla="*/ 0 60000 65536"/>
                          <a:gd name="T42" fmla="*/ 0 60000 65536"/>
                          <a:gd name="T43" fmla="*/ 0 60000 65536"/>
                          <a:gd name="T44" fmla="*/ 0 60000 65536"/>
                          <a:gd name="T45" fmla="*/ 0 60000 65536"/>
                          <a:gd name="T46" fmla="*/ 0 60000 65536"/>
                          <a:gd name="T47" fmla="*/ 0 60000 65536"/>
                          <a:gd name="T48" fmla="*/ 0 60000 65536"/>
                          <a:gd name="T49" fmla="*/ 0 60000 65536"/>
                          <a:gd name="T50" fmla="*/ 0 60000 65536"/>
                          <a:gd name="T51" fmla="*/ 0 60000 65536"/>
                          <a:gd name="T52" fmla="*/ 0 60000 65536"/>
                          <a:gd name="T53" fmla="*/ 0 60000 65536"/>
                          <a:gd name="T54" fmla="*/ 0 w 1270"/>
                          <a:gd name="T55" fmla="*/ 0 h 1241"/>
                          <a:gd name="T56" fmla="*/ 1270 w 1270"/>
                          <a:gd name="T57" fmla="*/ 1241 h 1241"/>
                        </a:gdLst>
                        <a:ahLst/>
                        <a:cxnLst>
                          <a:cxn ang="T36">
                            <a:pos x="T0" y="T1"/>
                          </a:cxn>
                          <a:cxn ang="T37">
                            <a:pos x="T2" y="T3"/>
                          </a:cxn>
                          <a:cxn ang="T38">
                            <a:pos x="T4" y="T5"/>
                          </a:cxn>
                          <a:cxn ang="T39">
                            <a:pos x="T6" y="T7"/>
                          </a:cxn>
                          <a:cxn ang="T40">
                            <a:pos x="T8" y="T9"/>
                          </a:cxn>
                          <a:cxn ang="T41">
                            <a:pos x="T10" y="T11"/>
                          </a:cxn>
                          <a:cxn ang="T42">
                            <a:pos x="T12" y="T13"/>
                          </a:cxn>
                          <a:cxn ang="T43">
                            <a:pos x="T14" y="T15"/>
                          </a:cxn>
                          <a:cxn ang="T44">
                            <a:pos x="T16" y="T17"/>
                          </a:cxn>
                          <a:cxn ang="T45">
                            <a:pos x="T18" y="T19"/>
                          </a:cxn>
                          <a:cxn ang="T46">
                            <a:pos x="T20" y="T21"/>
                          </a:cxn>
                          <a:cxn ang="T47">
                            <a:pos x="T22" y="T23"/>
                          </a:cxn>
                          <a:cxn ang="T48">
                            <a:pos x="T24" y="T25"/>
                          </a:cxn>
                          <a:cxn ang="T49">
                            <a:pos x="T26" y="T27"/>
                          </a:cxn>
                          <a:cxn ang="T50">
                            <a:pos x="T28" y="T29"/>
                          </a:cxn>
                          <a:cxn ang="T51">
                            <a:pos x="T30" y="T31"/>
                          </a:cxn>
                          <a:cxn ang="T52">
                            <a:pos x="T32" y="T33"/>
                          </a:cxn>
                          <a:cxn ang="T53">
                            <a:pos x="T34" y="T35"/>
                          </a:cxn>
                        </a:cxnLst>
                        <a:rect l="T54" t="T55" r="T56" b="T57"/>
                        <a:pathLst>
                          <a:path w="1270" h="1241">
                            <a:moveTo>
                              <a:pt x="42" y="574"/>
                            </a:moveTo>
                            <a:lnTo>
                              <a:pt x="669" y="889"/>
                            </a:lnTo>
                            <a:lnTo>
                              <a:pt x="635" y="956"/>
                            </a:lnTo>
                            <a:lnTo>
                              <a:pt x="740" y="1100"/>
                            </a:lnTo>
                            <a:lnTo>
                              <a:pt x="954" y="639"/>
                            </a:lnTo>
                            <a:lnTo>
                              <a:pt x="989" y="462"/>
                            </a:lnTo>
                            <a:lnTo>
                              <a:pt x="908" y="514"/>
                            </a:lnTo>
                            <a:lnTo>
                              <a:pt x="177" y="141"/>
                            </a:lnTo>
                            <a:lnTo>
                              <a:pt x="247" y="0"/>
                            </a:lnTo>
                            <a:lnTo>
                              <a:pt x="1095" y="390"/>
                            </a:lnTo>
                            <a:lnTo>
                              <a:pt x="1129" y="321"/>
                            </a:lnTo>
                            <a:lnTo>
                              <a:pt x="1270" y="390"/>
                            </a:lnTo>
                            <a:lnTo>
                              <a:pt x="1200" y="568"/>
                            </a:lnTo>
                            <a:lnTo>
                              <a:pt x="1023" y="709"/>
                            </a:lnTo>
                            <a:lnTo>
                              <a:pt x="774" y="1241"/>
                            </a:lnTo>
                            <a:lnTo>
                              <a:pt x="424" y="1030"/>
                            </a:lnTo>
                            <a:lnTo>
                              <a:pt x="0" y="673"/>
                            </a:lnTo>
                            <a:lnTo>
                              <a:pt x="42" y="574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58" name="Freeform 13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13" y="2786"/>
                        <a:ext cx="331" cy="194"/>
                      </a:xfrm>
                      <a:custGeom>
                        <a:avLst/>
                        <a:gdLst>
                          <a:gd name="T0" fmla="*/ 1 w 661"/>
                          <a:gd name="T1" fmla="*/ 0 h 388"/>
                          <a:gd name="T2" fmla="*/ 21 w 661"/>
                          <a:gd name="T3" fmla="*/ 10 h 388"/>
                          <a:gd name="T4" fmla="*/ 20 w 661"/>
                          <a:gd name="T5" fmla="*/ 12 h 388"/>
                          <a:gd name="T6" fmla="*/ 0 w 661"/>
                          <a:gd name="T7" fmla="*/ 3 h 388"/>
                          <a:gd name="T8" fmla="*/ 1 w 661"/>
                          <a:gd name="T9" fmla="*/ 0 h 388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661"/>
                          <a:gd name="T16" fmla="*/ 0 h 388"/>
                          <a:gd name="T17" fmla="*/ 661 w 661"/>
                          <a:gd name="T18" fmla="*/ 388 h 388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661" h="388">
                            <a:moveTo>
                              <a:pt x="32" y="0"/>
                            </a:moveTo>
                            <a:lnTo>
                              <a:pt x="661" y="317"/>
                            </a:lnTo>
                            <a:lnTo>
                              <a:pt x="625" y="388"/>
                            </a:lnTo>
                            <a:lnTo>
                              <a:pt x="0" y="73"/>
                            </a:lnTo>
                            <a:lnTo>
                              <a:pt x="32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253" name="Group 131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261" y="2315"/>
                      <a:ext cx="918" cy="345"/>
                      <a:chOff x="2261" y="2315"/>
                      <a:chExt cx="918" cy="345"/>
                    </a:xfrm>
                  </p:grpSpPr>
                  <p:sp>
                    <p:nvSpPr>
                      <p:cNvPr id="1255" name="Freeform 13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261" y="2315"/>
                        <a:ext cx="918" cy="345"/>
                      </a:xfrm>
                      <a:custGeom>
                        <a:avLst/>
                        <a:gdLst>
                          <a:gd name="T0" fmla="*/ 3 w 1836"/>
                          <a:gd name="T1" fmla="*/ 0 h 691"/>
                          <a:gd name="T2" fmla="*/ 37 w 1836"/>
                          <a:gd name="T3" fmla="*/ 17 h 691"/>
                          <a:gd name="T4" fmla="*/ 57 w 1836"/>
                          <a:gd name="T5" fmla="*/ 17 h 691"/>
                          <a:gd name="T6" fmla="*/ 57 w 1836"/>
                          <a:gd name="T7" fmla="*/ 21 h 691"/>
                          <a:gd name="T8" fmla="*/ 33 w 1836"/>
                          <a:gd name="T9" fmla="*/ 21 h 691"/>
                          <a:gd name="T10" fmla="*/ 0 w 1836"/>
                          <a:gd name="T11" fmla="*/ 4 h 691"/>
                          <a:gd name="T12" fmla="*/ 3 w 1836"/>
                          <a:gd name="T13" fmla="*/ 0 h 691"/>
                          <a:gd name="T14" fmla="*/ 0 60000 65536"/>
                          <a:gd name="T15" fmla="*/ 0 60000 65536"/>
                          <a:gd name="T16" fmla="*/ 0 60000 65536"/>
                          <a:gd name="T17" fmla="*/ 0 60000 65536"/>
                          <a:gd name="T18" fmla="*/ 0 60000 65536"/>
                          <a:gd name="T19" fmla="*/ 0 60000 65536"/>
                          <a:gd name="T20" fmla="*/ 0 60000 65536"/>
                          <a:gd name="T21" fmla="*/ 0 w 1836"/>
                          <a:gd name="T22" fmla="*/ 0 h 691"/>
                          <a:gd name="T23" fmla="*/ 1836 w 1836"/>
                          <a:gd name="T24" fmla="*/ 691 h 691"/>
                        </a:gdLst>
                        <a:ahLst/>
                        <a:cxnLst>
                          <a:cxn ang="T14">
                            <a:pos x="T0" y="T1"/>
                          </a:cxn>
                          <a:cxn ang="T15">
                            <a:pos x="T2" y="T3"/>
                          </a:cxn>
                          <a:cxn ang="T16">
                            <a:pos x="T4" y="T5"/>
                          </a:cxn>
                          <a:cxn ang="T17">
                            <a:pos x="T6" y="T7"/>
                          </a:cxn>
                          <a:cxn ang="T18">
                            <a:pos x="T8" y="T9"/>
                          </a:cxn>
                          <a:cxn ang="T19">
                            <a:pos x="T10" y="T11"/>
                          </a:cxn>
                          <a:cxn ang="T20">
                            <a:pos x="T12" y="T13"/>
                          </a:cxn>
                        </a:cxnLst>
                        <a:rect l="T21" t="T22" r="T23" b="T24"/>
                        <a:pathLst>
                          <a:path w="1836" h="691">
                            <a:moveTo>
                              <a:pt x="80" y="0"/>
                            </a:moveTo>
                            <a:lnTo>
                              <a:pt x="1173" y="549"/>
                            </a:lnTo>
                            <a:lnTo>
                              <a:pt x="1836" y="549"/>
                            </a:lnTo>
                            <a:lnTo>
                              <a:pt x="1836" y="691"/>
                            </a:lnTo>
                            <a:lnTo>
                              <a:pt x="1042" y="691"/>
                            </a:lnTo>
                            <a:lnTo>
                              <a:pt x="0" y="159"/>
                            </a:lnTo>
                            <a:lnTo>
                              <a:pt x="80" y="0"/>
                            </a:lnTo>
                            <a:close/>
                          </a:path>
                        </a:pathLst>
                      </a:custGeom>
                      <a:solidFill>
                        <a:srgbClr val="9F9F9F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56" name="Line 133"/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2279" y="2377"/>
                        <a:ext cx="537" cy="269"/>
                      </a:xfrm>
                      <a:prstGeom prst="line">
                        <a:avLst/>
                      </a:prstGeom>
                      <a:noFill/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noFill/>
                          </a14:hiddenFill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sp>
                  <p:nvSpPr>
                    <p:cNvPr id="1254" name="Freeform 134"/>
                    <p:cNvSpPr>
                      <a:spLocks/>
                    </p:cNvSpPr>
                    <p:nvPr/>
                  </p:nvSpPr>
                  <p:spPr bwMode="auto">
                    <a:xfrm>
                      <a:off x="2287" y="2421"/>
                      <a:ext cx="495" cy="292"/>
                    </a:xfrm>
                    <a:custGeom>
                      <a:avLst/>
                      <a:gdLst>
                        <a:gd name="T0" fmla="*/ 2 w 990"/>
                        <a:gd name="T1" fmla="*/ 0 h 583"/>
                        <a:gd name="T2" fmla="*/ 0 w 990"/>
                        <a:gd name="T3" fmla="*/ 4 h 583"/>
                        <a:gd name="T4" fmla="*/ 30 w 990"/>
                        <a:gd name="T5" fmla="*/ 19 h 583"/>
                        <a:gd name="T6" fmla="*/ 31 w 990"/>
                        <a:gd name="T7" fmla="*/ 15 h 583"/>
                        <a:gd name="T8" fmla="*/ 2 w 990"/>
                        <a:gd name="T9" fmla="*/ 0 h 58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990"/>
                        <a:gd name="T16" fmla="*/ 0 h 583"/>
                        <a:gd name="T17" fmla="*/ 990 w 990"/>
                        <a:gd name="T18" fmla="*/ 583 h 58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990" h="583">
                          <a:moveTo>
                            <a:pt x="54" y="0"/>
                          </a:moveTo>
                          <a:lnTo>
                            <a:pt x="0" y="113"/>
                          </a:lnTo>
                          <a:lnTo>
                            <a:pt x="938" y="583"/>
                          </a:lnTo>
                          <a:lnTo>
                            <a:pt x="990" y="468"/>
                          </a:lnTo>
                          <a:lnTo>
                            <a:pt x="54" y="0"/>
                          </a:lnTo>
                          <a:close/>
                        </a:path>
                      </a:pathLst>
                    </a:custGeom>
                    <a:solidFill>
                      <a:srgbClr val="5F5F5F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1159" name="Group 135"/>
                  <p:cNvGrpSpPr>
                    <a:grpSpLocks/>
                  </p:cNvGrpSpPr>
                  <p:nvPr/>
                </p:nvGrpSpPr>
                <p:grpSpPr bwMode="auto">
                  <a:xfrm>
                    <a:off x="2490" y="1180"/>
                    <a:ext cx="742" cy="1216"/>
                    <a:chOff x="2490" y="1180"/>
                    <a:chExt cx="742" cy="1216"/>
                  </a:xfrm>
                </p:grpSpPr>
                <p:sp>
                  <p:nvSpPr>
                    <p:cNvPr id="1163" name="Freeform 136"/>
                    <p:cNvSpPr>
                      <a:spLocks/>
                    </p:cNvSpPr>
                    <p:nvPr/>
                  </p:nvSpPr>
                  <p:spPr bwMode="auto">
                    <a:xfrm>
                      <a:off x="2543" y="2155"/>
                      <a:ext cx="213" cy="189"/>
                    </a:xfrm>
                    <a:custGeom>
                      <a:avLst/>
                      <a:gdLst>
                        <a:gd name="T0" fmla="*/ 3 w 426"/>
                        <a:gd name="T1" fmla="*/ 0 h 376"/>
                        <a:gd name="T2" fmla="*/ 0 w 426"/>
                        <a:gd name="T3" fmla="*/ 7 h 376"/>
                        <a:gd name="T4" fmla="*/ 11 w 426"/>
                        <a:gd name="T5" fmla="*/ 12 h 376"/>
                        <a:gd name="T6" fmla="*/ 13 w 426"/>
                        <a:gd name="T7" fmla="*/ 6 h 376"/>
                        <a:gd name="T8" fmla="*/ 3 w 426"/>
                        <a:gd name="T9" fmla="*/ 0 h 376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426"/>
                        <a:gd name="T16" fmla="*/ 0 h 376"/>
                        <a:gd name="T17" fmla="*/ 426 w 426"/>
                        <a:gd name="T18" fmla="*/ 376 h 376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426" h="376">
                          <a:moveTo>
                            <a:pt x="105" y="0"/>
                          </a:moveTo>
                          <a:lnTo>
                            <a:pt x="0" y="213"/>
                          </a:lnTo>
                          <a:lnTo>
                            <a:pt x="326" y="376"/>
                          </a:lnTo>
                          <a:lnTo>
                            <a:pt x="426" y="177"/>
                          </a:lnTo>
                          <a:lnTo>
                            <a:pt x="105" y="0"/>
                          </a:lnTo>
                          <a:close/>
                        </a:path>
                      </a:pathLst>
                    </a:custGeom>
                    <a:solidFill>
                      <a:srgbClr val="808080"/>
                    </a:solidFill>
                    <a:ln w="1270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grpSp>
                  <p:nvGrpSpPr>
                    <p:cNvPr id="1164" name="Group 137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614" y="1545"/>
                      <a:ext cx="459" cy="637"/>
                      <a:chOff x="2614" y="1545"/>
                      <a:chExt cx="459" cy="637"/>
                    </a:xfrm>
                  </p:grpSpPr>
                  <p:sp>
                    <p:nvSpPr>
                      <p:cNvPr id="1250" name="Freeform 138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14" y="1545"/>
                        <a:ext cx="459" cy="637"/>
                      </a:xfrm>
                      <a:custGeom>
                        <a:avLst/>
                        <a:gdLst>
                          <a:gd name="T0" fmla="*/ 17 w 918"/>
                          <a:gd name="T1" fmla="*/ 0 h 1275"/>
                          <a:gd name="T2" fmla="*/ 29 w 918"/>
                          <a:gd name="T3" fmla="*/ 6 h 1275"/>
                          <a:gd name="T4" fmla="*/ 13 w 918"/>
                          <a:gd name="T5" fmla="*/ 39 h 1275"/>
                          <a:gd name="T6" fmla="*/ 0 w 918"/>
                          <a:gd name="T7" fmla="*/ 33 h 1275"/>
                          <a:gd name="T8" fmla="*/ 17 w 918"/>
                          <a:gd name="T9" fmla="*/ 0 h 1275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918"/>
                          <a:gd name="T16" fmla="*/ 0 h 1275"/>
                          <a:gd name="T17" fmla="*/ 918 w 918"/>
                          <a:gd name="T18" fmla="*/ 1275 h 1275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918" h="1275">
                            <a:moveTo>
                              <a:pt x="530" y="0"/>
                            </a:moveTo>
                            <a:lnTo>
                              <a:pt x="918" y="211"/>
                            </a:lnTo>
                            <a:lnTo>
                              <a:pt x="390" y="1275"/>
                            </a:lnTo>
                            <a:lnTo>
                              <a:pt x="0" y="1061"/>
                            </a:lnTo>
                            <a:lnTo>
                              <a:pt x="530" y="0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51" name="Freeform 139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667" y="1598"/>
                        <a:ext cx="299" cy="531"/>
                      </a:xfrm>
                      <a:custGeom>
                        <a:avLst/>
                        <a:gdLst>
                          <a:gd name="T0" fmla="*/ 17 w 597"/>
                          <a:gd name="T1" fmla="*/ 0 h 1062"/>
                          <a:gd name="T2" fmla="*/ 0 w 597"/>
                          <a:gd name="T3" fmla="*/ 33 h 1062"/>
                          <a:gd name="T4" fmla="*/ 3 w 597"/>
                          <a:gd name="T5" fmla="*/ 33 h 1062"/>
                          <a:gd name="T6" fmla="*/ 19 w 597"/>
                          <a:gd name="T7" fmla="*/ 1 h 1062"/>
                          <a:gd name="T8" fmla="*/ 17 w 597"/>
                          <a:gd name="T9" fmla="*/ 0 h 1062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7"/>
                          <a:gd name="T16" fmla="*/ 0 h 1062"/>
                          <a:gd name="T17" fmla="*/ 597 w 597"/>
                          <a:gd name="T18" fmla="*/ 1062 h 1062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7" h="1062">
                            <a:moveTo>
                              <a:pt x="529" y="0"/>
                            </a:moveTo>
                            <a:lnTo>
                              <a:pt x="0" y="1026"/>
                            </a:lnTo>
                            <a:lnTo>
                              <a:pt x="71" y="1062"/>
                            </a:lnTo>
                            <a:lnTo>
                              <a:pt x="597" y="40"/>
                            </a:lnTo>
                            <a:lnTo>
                              <a:pt x="529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</p:grpSp>
                <p:grpSp>
                  <p:nvGrpSpPr>
                    <p:cNvPr id="1165" name="Group 14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844" y="1180"/>
                      <a:ext cx="388" cy="506"/>
                      <a:chOff x="2844" y="1180"/>
                      <a:chExt cx="388" cy="506"/>
                    </a:xfrm>
                  </p:grpSpPr>
                  <p:sp>
                    <p:nvSpPr>
                      <p:cNvPr id="1201" name="Freeform 14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3010" y="1233"/>
                        <a:ext cx="177" cy="223"/>
                      </a:xfrm>
                      <a:custGeom>
                        <a:avLst/>
                        <a:gdLst>
                          <a:gd name="T0" fmla="*/ 6 w 354"/>
                          <a:gd name="T1" fmla="*/ 0 h 446"/>
                          <a:gd name="T2" fmla="*/ 0 w 354"/>
                          <a:gd name="T3" fmla="*/ 11 h 446"/>
                          <a:gd name="T4" fmla="*/ 6 w 354"/>
                          <a:gd name="T5" fmla="*/ 14 h 446"/>
                          <a:gd name="T6" fmla="*/ 11 w 354"/>
                          <a:gd name="T7" fmla="*/ 3 h 446"/>
                          <a:gd name="T8" fmla="*/ 6 w 354"/>
                          <a:gd name="T9" fmla="*/ 0 h 446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54"/>
                          <a:gd name="T16" fmla="*/ 0 h 446"/>
                          <a:gd name="T17" fmla="*/ 354 w 354"/>
                          <a:gd name="T18" fmla="*/ 446 h 446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54" h="446">
                            <a:moveTo>
                              <a:pt x="179" y="0"/>
                            </a:moveTo>
                            <a:lnTo>
                              <a:pt x="0" y="327"/>
                            </a:lnTo>
                            <a:lnTo>
                              <a:pt x="205" y="446"/>
                            </a:lnTo>
                            <a:lnTo>
                              <a:pt x="354" y="88"/>
                            </a:lnTo>
                            <a:lnTo>
                              <a:pt x="179" y="0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sp>
                    <p:nvSpPr>
                      <p:cNvPr id="1202" name="Freeform 142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936" y="1452"/>
                        <a:ext cx="155" cy="128"/>
                      </a:xfrm>
                      <a:custGeom>
                        <a:avLst/>
                        <a:gdLst>
                          <a:gd name="T0" fmla="*/ 3 w 309"/>
                          <a:gd name="T1" fmla="*/ 0 h 255"/>
                          <a:gd name="T2" fmla="*/ 0 w 309"/>
                          <a:gd name="T3" fmla="*/ 4 h 255"/>
                          <a:gd name="T4" fmla="*/ 8 w 309"/>
                          <a:gd name="T5" fmla="*/ 8 h 255"/>
                          <a:gd name="T6" fmla="*/ 10 w 309"/>
                          <a:gd name="T7" fmla="*/ 5 h 255"/>
                          <a:gd name="T8" fmla="*/ 3 w 309"/>
                          <a:gd name="T9" fmla="*/ 0 h 255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309"/>
                          <a:gd name="T16" fmla="*/ 0 h 255"/>
                          <a:gd name="T17" fmla="*/ 309 w 309"/>
                          <a:gd name="T18" fmla="*/ 255 h 255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309" h="255">
                            <a:moveTo>
                              <a:pt x="66" y="0"/>
                            </a:moveTo>
                            <a:lnTo>
                              <a:pt x="0" y="114"/>
                            </a:lnTo>
                            <a:lnTo>
                              <a:pt x="249" y="255"/>
                            </a:lnTo>
                            <a:lnTo>
                              <a:pt x="309" y="132"/>
                            </a:lnTo>
                            <a:lnTo>
                              <a:pt x="66" y="0"/>
                            </a:lnTo>
                            <a:close/>
                          </a:path>
                        </a:pathLst>
                      </a:custGeom>
                      <a:solidFill>
                        <a:srgbClr val="80808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203" name="Group 14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844" y="1474"/>
                        <a:ext cx="281" cy="212"/>
                        <a:chOff x="2844" y="1474"/>
                        <a:chExt cx="281" cy="212"/>
                      </a:xfrm>
                    </p:grpSpPr>
                    <p:sp>
                      <p:nvSpPr>
                        <p:cNvPr id="1237" name="Freeform 14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844" y="1474"/>
                          <a:ext cx="281" cy="212"/>
                        </a:xfrm>
                        <a:custGeom>
                          <a:avLst/>
                          <a:gdLst>
                            <a:gd name="T0" fmla="*/ 2 w 564"/>
                            <a:gd name="T1" fmla="*/ 0 h 425"/>
                            <a:gd name="T2" fmla="*/ 17 w 564"/>
                            <a:gd name="T3" fmla="*/ 8 h 425"/>
                            <a:gd name="T4" fmla="*/ 15 w 564"/>
                            <a:gd name="T5" fmla="*/ 13 h 425"/>
                            <a:gd name="T6" fmla="*/ 0 w 564"/>
                            <a:gd name="T7" fmla="*/ 4 h 425"/>
                            <a:gd name="T8" fmla="*/ 2 w 564"/>
                            <a:gd name="T9" fmla="*/ 0 h 425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564"/>
                            <a:gd name="T16" fmla="*/ 0 h 425"/>
                            <a:gd name="T17" fmla="*/ 564 w 564"/>
                            <a:gd name="T18" fmla="*/ 425 h 425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564" h="425">
                              <a:moveTo>
                                <a:pt x="70" y="0"/>
                              </a:moveTo>
                              <a:lnTo>
                                <a:pt x="564" y="283"/>
                              </a:lnTo>
                              <a:lnTo>
                                <a:pt x="494" y="425"/>
                              </a:lnTo>
                              <a:lnTo>
                                <a:pt x="0" y="142"/>
                              </a:lnTo>
                              <a:lnTo>
                                <a:pt x="70" y="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0C0C0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1238" name="Group 14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857" y="1482"/>
                          <a:ext cx="257" cy="198"/>
                          <a:chOff x="2857" y="1482"/>
                          <a:chExt cx="257" cy="198"/>
                        </a:xfrm>
                      </p:grpSpPr>
                      <p:sp>
                        <p:nvSpPr>
                          <p:cNvPr id="1239" name="Line 14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857" y="1482"/>
                            <a:ext cx="33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0" name="Line 14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888" y="1499"/>
                            <a:ext cx="36" cy="7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1" name="Line 14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79" y="1611"/>
                            <a:ext cx="35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2" name="Line 14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871" y="1489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3" name="Line 15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11" y="1514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4" name="Line 15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74" y="1549"/>
                            <a:ext cx="34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5" name="Line 15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66" y="1601"/>
                            <a:ext cx="34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6" name="Line 15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49" y="1593"/>
                            <a:ext cx="35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7" name="Line 15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31" y="1582"/>
                            <a:ext cx="34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8" name="Line 15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10" y="1568"/>
                            <a:ext cx="34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49" name="Line 15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40" y="1529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grpSp>
                    <p:nvGrpSpPr>
                      <p:cNvPr id="1204" name="Group 157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933" y="1369"/>
                        <a:ext cx="230" cy="178"/>
                        <a:chOff x="2933" y="1369"/>
                        <a:chExt cx="230" cy="178"/>
                      </a:xfrm>
                    </p:grpSpPr>
                    <p:sp>
                      <p:nvSpPr>
                        <p:cNvPr id="1222" name="Freeform 15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933" y="1369"/>
                          <a:ext cx="230" cy="178"/>
                        </a:xfrm>
                        <a:custGeom>
                          <a:avLst/>
                          <a:gdLst>
                            <a:gd name="T0" fmla="*/ 0 w 460"/>
                            <a:gd name="T1" fmla="*/ 4 h 357"/>
                            <a:gd name="T2" fmla="*/ 13 w 460"/>
                            <a:gd name="T3" fmla="*/ 11 h 357"/>
                            <a:gd name="T4" fmla="*/ 14 w 460"/>
                            <a:gd name="T5" fmla="*/ 6 h 357"/>
                            <a:gd name="T6" fmla="*/ 3 w 460"/>
                            <a:gd name="T7" fmla="*/ 0 h 357"/>
                            <a:gd name="T8" fmla="*/ 0 w 460"/>
                            <a:gd name="T9" fmla="*/ 4 h 357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460"/>
                            <a:gd name="T16" fmla="*/ 0 h 357"/>
                            <a:gd name="T17" fmla="*/ 460 w 460"/>
                            <a:gd name="T18" fmla="*/ 357 h 357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460" h="357">
                              <a:moveTo>
                                <a:pt x="0" y="138"/>
                              </a:moveTo>
                              <a:lnTo>
                                <a:pt x="385" y="357"/>
                              </a:lnTo>
                              <a:lnTo>
                                <a:pt x="460" y="213"/>
                              </a:lnTo>
                              <a:lnTo>
                                <a:pt x="68" y="0"/>
                              </a:lnTo>
                              <a:lnTo>
                                <a:pt x="0" y="138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0C0C0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1223" name="Group 159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2942" y="1373"/>
                          <a:ext cx="211" cy="169"/>
                          <a:chOff x="2942" y="1373"/>
                          <a:chExt cx="211" cy="169"/>
                        </a:xfrm>
                      </p:grpSpPr>
                      <p:sp>
                        <p:nvSpPr>
                          <p:cNvPr id="1224" name="Line 16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22" y="1418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5" name="Line 16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52" y="1380"/>
                            <a:ext cx="35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6" name="Line 16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91" y="1456"/>
                            <a:ext cx="34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7" name="Line 16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42" y="1373"/>
                            <a:ext cx="34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8" name="Line 16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65" y="1386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9" name="Line 16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00" y="1406"/>
                            <a:ext cx="35" cy="69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0" name="Line 16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10" y="1465"/>
                            <a:ext cx="35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1" name="Line 16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18" y="1471"/>
                            <a:ext cx="35" cy="7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2" name="Line 16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00" y="1461"/>
                            <a:ext cx="36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3" name="Line 16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79" y="1448"/>
                            <a:ext cx="33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4" name="Line 17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2981" y="1394"/>
                            <a:ext cx="35" cy="7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5" name="Line 17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47" y="1430"/>
                            <a:ext cx="34" cy="7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36" name="Line 17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63" y="1441"/>
                            <a:ext cx="34" cy="70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  <p:grpSp>
                    <p:nvGrpSpPr>
                      <p:cNvPr id="1205" name="Group 17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078" y="1180"/>
                        <a:ext cx="154" cy="110"/>
                        <a:chOff x="3078" y="1180"/>
                        <a:chExt cx="154" cy="110"/>
                      </a:xfrm>
                    </p:grpSpPr>
                    <p:sp>
                      <p:nvSpPr>
                        <p:cNvPr id="1206" name="Freeform 17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3078" y="1180"/>
                          <a:ext cx="154" cy="110"/>
                        </a:xfrm>
                        <a:custGeom>
                          <a:avLst/>
                          <a:gdLst>
                            <a:gd name="T0" fmla="*/ 0 w 309"/>
                            <a:gd name="T1" fmla="*/ 3 h 219"/>
                            <a:gd name="T2" fmla="*/ 8 w 309"/>
                            <a:gd name="T3" fmla="*/ 7 h 219"/>
                            <a:gd name="T4" fmla="*/ 9 w 309"/>
                            <a:gd name="T5" fmla="*/ 5 h 219"/>
                            <a:gd name="T6" fmla="*/ 1 w 309"/>
                            <a:gd name="T7" fmla="*/ 0 h 219"/>
                            <a:gd name="T8" fmla="*/ 0 w 309"/>
                            <a:gd name="T9" fmla="*/ 3 h 219"/>
                            <a:gd name="T10" fmla="*/ 0 60000 65536"/>
                            <a:gd name="T11" fmla="*/ 0 60000 65536"/>
                            <a:gd name="T12" fmla="*/ 0 60000 65536"/>
                            <a:gd name="T13" fmla="*/ 0 60000 65536"/>
                            <a:gd name="T14" fmla="*/ 0 60000 65536"/>
                            <a:gd name="T15" fmla="*/ 0 w 309"/>
                            <a:gd name="T16" fmla="*/ 0 h 219"/>
                            <a:gd name="T17" fmla="*/ 309 w 309"/>
                            <a:gd name="T18" fmla="*/ 219 h 219"/>
                          </a:gdLst>
                          <a:ahLst/>
                          <a:cxnLst>
                            <a:cxn ang="T10">
                              <a:pos x="T0" y="T1"/>
                            </a:cxn>
                            <a:cxn ang="T11">
                              <a:pos x="T2" y="T3"/>
                            </a:cxn>
                            <a:cxn ang="T12">
                              <a:pos x="T4" y="T5"/>
                            </a:cxn>
                            <a:cxn ang="T13">
                              <a:pos x="T6" y="T7"/>
                            </a:cxn>
                            <a:cxn ang="T14">
                              <a:pos x="T8" y="T9"/>
                            </a:cxn>
                          </a:cxnLst>
                          <a:rect l="T15" t="T16" r="T17" b="T18"/>
                          <a:pathLst>
                            <a:path w="309" h="219">
                              <a:moveTo>
                                <a:pt x="0" y="85"/>
                              </a:moveTo>
                              <a:lnTo>
                                <a:pt x="263" y="219"/>
                              </a:lnTo>
                              <a:lnTo>
                                <a:pt x="309" y="131"/>
                              </a:lnTo>
                              <a:lnTo>
                                <a:pt x="42" y="0"/>
                              </a:lnTo>
                              <a:lnTo>
                                <a:pt x="0" y="85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C0C0C0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grpSp>
                      <p:nvGrpSpPr>
                        <p:cNvPr id="1207" name="Group 175"/>
                        <p:cNvGrpSpPr>
                          <a:grpSpLocks/>
                        </p:cNvGrpSpPr>
                        <p:nvPr/>
                      </p:nvGrpSpPr>
                      <p:grpSpPr bwMode="auto">
                        <a:xfrm>
                          <a:off x="3082" y="1182"/>
                          <a:ext cx="144" cy="105"/>
                          <a:chOff x="3082" y="1182"/>
                          <a:chExt cx="144" cy="105"/>
                        </a:xfrm>
                      </p:grpSpPr>
                      <p:sp>
                        <p:nvSpPr>
                          <p:cNvPr id="1208" name="Line 17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82" y="1182"/>
                            <a:ext cx="20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09" name="Line 17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205" y="1245"/>
                            <a:ext cx="21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0" name="Line 17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87" y="1185"/>
                            <a:ext cx="20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1" name="Line 17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99" y="1241"/>
                            <a:ext cx="22" cy="43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2" name="Line 180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093" y="1188"/>
                            <a:ext cx="21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3" name="Line 181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00" y="1192"/>
                            <a:ext cx="21" cy="43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4" name="Line 182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93" y="1238"/>
                            <a:ext cx="22" cy="4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5" name="Line 183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85" y="1234"/>
                            <a:ext cx="22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6" name="Line 184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08" y="1196"/>
                            <a:ext cx="23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7" name="Line 185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75" y="1229"/>
                            <a:ext cx="23" cy="43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8" name="Line 186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19" y="1201"/>
                            <a:ext cx="21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19" name="Line 187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64" y="1224"/>
                            <a:ext cx="22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0" name="Line 188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33" y="1208"/>
                            <a:ext cx="20" cy="42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  <p:sp>
                        <p:nvSpPr>
                          <p:cNvPr id="1221" name="Line 189"/>
                          <p:cNvSpPr>
                            <a:spLocks noChangeShapeType="1"/>
                          </p:cNvSpPr>
                          <p:nvPr/>
                        </p:nvSpPr>
                        <p:spPr bwMode="auto">
                          <a:xfrm flipH="1">
                            <a:off x="3148" y="1216"/>
                            <a:ext cx="22" cy="41"/>
                          </a:xfrm>
                          <a:prstGeom prst="line">
                            <a:avLst/>
                          </a:prstGeom>
                          <a:noFill/>
                          <a:ln w="12700">
                            <a:solidFill>
                              <a:srgbClr val="000000"/>
                            </a:solidFill>
                            <a:round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noFill/>
                              </a14:hiddenFill>
                            </a:ext>
                          </a:extLst>
                        </p:spPr>
                        <p:txBody>
                          <a:bodyPr/>
                          <a:lstStyle/>
                          <a:p>
                            <a:endParaRPr lang="en-US"/>
                          </a:p>
                        </p:txBody>
                      </p:sp>
                    </p:grpSp>
                  </p:grpSp>
                </p:grpSp>
                <p:grpSp>
                  <p:nvGrpSpPr>
                    <p:cNvPr id="1166" name="Group 190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490" y="2245"/>
                      <a:ext cx="251" cy="151"/>
                      <a:chOff x="2490" y="2245"/>
                      <a:chExt cx="251" cy="151"/>
                    </a:xfrm>
                  </p:grpSpPr>
                  <p:sp>
                    <p:nvSpPr>
                      <p:cNvPr id="1183" name="Freeform 191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490" y="2245"/>
                        <a:ext cx="251" cy="151"/>
                      </a:xfrm>
                      <a:custGeom>
                        <a:avLst/>
                        <a:gdLst>
                          <a:gd name="T0" fmla="*/ 2 w 502"/>
                          <a:gd name="T1" fmla="*/ 0 h 303"/>
                          <a:gd name="T2" fmla="*/ 16 w 502"/>
                          <a:gd name="T3" fmla="*/ 7 h 303"/>
                          <a:gd name="T4" fmla="*/ 15 w 502"/>
                          <a:gd name="T5" fmla="*/ 9 h 303"/>
                          <a:gd name="T6" fmla="*/ 0 w 502"/>
                          <a:gd name="T7" fmla="*/ 2 h 303"/>
                          <a:gd name="T8" fmla="*/ 2 w 502"/>
                          <a:gd name="T9" fmla="*/ 0 h 303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02"/>
                          <a:gd name="T16" fmla="*/ 0 h 303"/>
                          <a:gd name="T17" fmla="*/ 502 w 502"/>
                          <a:gd name="T18" fmla="*/ 303 h 303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02" h="303">
                            <a:moveTo>
                              <a:pt x="36" y="0"/>
                            </a:moveTo>
                            <a:lnTo>
                              <a:pt x="502" y="235"/>
                            </a:lnTo>
                            <a:lnTo>
                              <a:pt x="468" y="303"/>
                            </a:lnTo>
                            <a:lnTo>
                              <a:pt x="0" y="70"/>
                            </a:lnTo>
                            <a:lnTo>
                              <a:pt x="36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184" name="Group 19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00" y="2251"/>
                        <a:ext cx="233" cy="141"/>
                        <a:chOff x="2500" y="2251"/>
                        <a:chExt cx="233" cy="141"/>
                      </a:xfrm>
                    </p:grpSpPr>
                    <p:sp>
                      <p:nvSpPr>
                        <p:cNvPr id="1185" name="Line 19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00" y="2251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6" name="Line 19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10" y="2256"/>
                          <a:ext cx="16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7" name="Line 19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18" y="2359"/>
                          <a:ext cx="15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8" name="Line 19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20" y="2260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9" name="Line 19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34" y="2268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0" name="Line 19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53" y="2277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1" name="Line 19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74" y="2286"/>
                          <a:ext cx="16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2" name="Line 20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93" y="2296"/>
                          <a:ext cx="17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3" name="Line 20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10" y="2356"/>
                          <a:ext cx="17" cy="3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4" name="Line 20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99" y="2351"/>
                          <a:ext cx="17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5" name="Line 20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91" y="2346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6" name="Line 20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81" y="2341"/>
                          <a:ext cx="16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7" name="Line 20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69" y="2334"/>
                          <a:ext cx="16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8" name="Line 20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52" y="2327"/>
                          <a:ext cx="17" cy="33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99" name="Line 20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34" y="2316"/>
                          <a:ext cx="17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200" name="Line 20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13" y="2306"/>
                          <a:ext cx="16" cy="3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167" name="Group 209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543" y="2058"/>
                      <a:ext cx="300" cy="216"/>
                      <a:chOff x="2543" y="2058"/>
                      <a:chExt cx="300" cy="216"/>
                    </a:xfrm>
                  </p:grpSpPr>
                  <p:sp>
                    <p:nvSpPr>
                      <p:cNvPr id="1168" name="Freeform 210"/>
                      <p:cNvSpPr>
                        <a:spLocks/>
                      </p:cNvSpPr>
                      <p:nvPr/>
                    </p:nvSpPr>
                    <p:spPr bwMode="auto">
                      <a:xfrm>
                        <a:off x="2543" y="2058"/>
                        <a:ext cx="300" cy="216"/>
                      </a:xfrm>
                      <a:custGeom>
                        <a:avLst/>
                        <a:gdLst>
                          <a:gd name="T0" fmla="*/ 3 w 599"/>
                          <a:gd name="T1" fmla="*/ 0 h 432"/>
                          <a:gd name="T2" fmla="*/ 19 w 599"/>
                          <a:gd name="T3" fmla="*/ 9 h 432"/>
                          <a:gd name="T4" fmla="*/ 17 w 599"/>
                          <a:gd name="T5" fmla="*/ 14 h 432"/>
                          <a:gd name="T6" fmla="*/ 0 w 599"/>
                          <a:gd name="T7" fmla="*/ 5 h 432"/>
                          <a:gd name="T8" fmla="*/ 3 w 599"/>
                          <a:gd name="T9" fmla="*/ 0 h 432"/>
                          <a:gd name="T10" fmla="*/ 0 60000 65536"/>
                          <a:gd name="T11" fmla="*/ 0 60000 65536"/>
                          <a:gd name="T12" fmla="*/ 0 60000 65536"/>
                          <a:gd name="T13" fmla="*/ 0 60000 65536"/>
                          <a:gd name="T14" fmla="*/ 0 60000 65536"/>
                          <a:gd name="T15" fmla="*/ 0 w 599"/>
                          <a:gd name="T16" fmla="*/ 0 h 432"/>
                          <a:gd name="T17" fmla="*/ 599 w 599"/>
                          <a:gd name="T18" fmla="*/ 432 h 432"/>
                        </a:gdLst>
                        <a:ahLst/>
                        <a:cxnLst>
                          <a:cxn ang="T10">
                            <a:pos x="T0" y="T1"/>
                          </a:cxn>
                          <a:cxn ang="T11">
                            <a:pos x="T2" y="T3"/>
                          </a:cxn>
                          <a:cxn ang="T12">
                            <a:pos x="T4" y="T5"/>
                          </a:cxn>
                          <a:cxn ang="T13">
                            <a:pos x="T6" y="T7"/>
                          </a:cxn>
                          <a:cxn ang="T14">
                            <a:pos x="T8" y="T9"/>
                          </a:cxn>
                        </a:cxnLst>
                        <a:rect l="T15" t="T16" r="T17" b="T18"/>
                        <a:pathLst>
                          <a:path w="599" h="432">
                            <a:moveTo>
                              <a:pt x="71" y="0"/>
                            </a:moveTo>
                            <a:lnTo>
                              <a:pt x="599" y="288"/>
                            </a:lnTo>
                            <a:lnTo>
                              <a:pt x="529" y="432"/>
                            </a:lnTo>
                            <a:lnTo>
                              <a:pt x="0" y="141"/>
                            </a:lnTo>
                            <a:lnTo>
                              <a:pt x="71" y="0"/>
                            </a:lnTo>
                            <a:close/>
                          </a:path>
                        </a:pathLst>
                      </a:custGeom>
                      <a:solidFill>
                        <a:srgbClr val="C0C0C0"/>
                      </a:solidFill>
                      <a:ln w="12700">
                        <a:solidFill>
                          <a:srgbClr val="000000"/>
                        </a:solidFill>
                        <a:round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endParaRPr lang="en-US"/>
                      </a:p>
                    </p:txBody>
                  </p:sp>
                  <p:grpSp>
                    <p:nvGrpSpPr>
                      <p:cNvPr id="1169" name="Group 211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56" y="2066"/>
                        <a:ext cx="277" cy="202"/>
                        <a:chOff x="2556" y="2066"/>
                        <a:chExt cx="277" cy="202"/>
                      </a:xfrm>
                    </p:grpSpPr>
                    <p:sp>
                      <p:nvSpPr>
                        <p:cNvPr id="1170" name="Line 21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87" y="2082"/>
                          <a:ext cx="35" cy="69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1" name="Line 21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98" y="2197"/>
                          <a:ext cx="35" cy="7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2" name="Line 21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70" y="2074"/>
                          <a:ext cx="35" cy="6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3" name="Line 215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08" y="2093"/>
                          <a:ext cx="34" cy="69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4" name="Line 21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58" y="2122"/>
                          <a:ext cx="35" cy="69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5" name="Line 21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87" y="2191"/>
                          <a:ext cx="35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6" name="Line 21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73" y="2184"/>
                          <a:ext cx="36" cy="7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7" name="Line 219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58" y="2175"/>
                          <a:ext cx="35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8" name="Line 22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92" y="2139"/>
                          <a:ext cx="35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79" name="Line 22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633" y="2106"/>
                          <a:ext cx="34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0" name="Line 222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39" y="2165"/>
                          <a:ext cx="35" cy="7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1" name="Line 22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719" y="2152"/>
                          <a:ext cx="35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82" name="Line 22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2556" y="2066"/>
                          <a:ext cx="35" cy="6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  <p:grpSp>
                <p:nvGrpSpPr>
                  <p:cNvPr id="1160" name="Group 225"/>
                  <p:cNvGrpSpPr>
                    <a:grpSpLocks/>
                  </p:cNvGrpSpPr>
                  <p:nvPr/>
                </p:nvGrpSpPr>
                <p:grpSpPr bwMode="auto">
                  <a:xfrm>
                    <a:off x="2090" y="3173"/>
                    <a:ext cx="1578" cy="243"/>
                    <a:chOff x="2090" y="3173"/>
                    <a:chExt cx="1578" cy="243"/>
                  </a:xfrm>
                </p:grpSpPr>
                <p:sp>
                  <p:nvSpPr>
                    <p:cNvPr id="1161" name="Rectangle 22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90" y="3301"/>
                      <a:ext cx="1578" cy="115"/>
                    </a:xfrm>
                    <a:prstGeom prst="rect">
                      <a:avLst/>
                    </a:prstGeom>
                    <a:solidFill>
                      <a:srgbClr val="5F5F5F"/>
                    </a:solidFill>
                    <a:ln w="1270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/>
                      <a:endParaRPr lang="en-US" altLang="en-US"/>
                    </a:p>
                  </p:txBody>
                </p:sp>
                <p:sp>
                  <p:nvSpPr>
                    <p:cNvPr id="1162" name="Rectangle 22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08" y="3173"/>
                      <a:ext cx="1341" cy="124"/>
                    </a:xfrm>
                    <a:prstGeom prst="rect">
                      <a:avLst/>
                    </a:prstGeom>
                    <a:solidFill>
                      <a:srgbClr val="808080"/>
                    </a:solidFill>
                    <a:ln w="12700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/>
                      <a:endParaRPr lang="en-US" altLang="en-US"/>
                    </a:p>
                  </p:txBody>
                </p:sp>
              </p:grpSp>
            </p:grpSp>
            <p:sp>
              <p:nvSpPr>
                <p:cNvPr id="1156" name="Text Box 228"/>
                <p:cNvSpPr txBox="1">
                  <a:spLocks noChangeArrowheads="1"/>
                </p:cNvSpPr>
                <p:nvPr/>
              </p:nvSpPr>
              <p:spPr bwMode="auto">
                <a:xfrm>
                  <a:off x="3722" y="3623"/>
                  <a:ext cx="516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Laboratories</a:t>
                  </a:r>
                </a:p>
              </p:txBody>
            </p:sp>
          </p:grpSp>
          <p:grpSp>
            <p:nvGrpSpPr>
              <p:cNvPr id="1089" name="Group 229"/>
              <p:cNvGrpSpPr>
                <a:grpSpLocks/>
              </p:cNvGrpSpPr>
              <p:nvPr/>
            </p:nvGrpSpPr>
            <p:grpSpPr bwMode="auto">
              <a:xfrm>
                <a:off x="1945" y="3446"/>
                <a:ext cx="500" cy="410"/>
                <a:chOff x="1774" y="2528"/>
                <a:chExt cx="500" cy="410"/>
              </a:xfrm>
            </p:grpSpPr>
            <p:grpSp>
              <p:nvGrpSpPr>
                <p:cNvPr id="1112" name="Group 230"/>
                <p:cNvGrpSpPr>
                  <a:grpSpLocks/>
                </p:cNvGrpSpPr>
                <p:nvPr/>
              </p:nvGrpSpPr>
              <p:grpSpPr bwMode="auto">
                <a:xfrm rot="1408920">
                  <a:off x="1774" y="2528"/>
                  <a:ext cx="500" cy="288"/>
                  <a:chOff x="1783" y="1309"/>
                  <a:chExt cx="2192" cy="2082"/>
                </a:xfrm>
              </p:grpSpPr>
              <p:grpSp>
                <p:nvGrpSpPr>
                  <p:cNvPr id="1114" name="Group 231"/>
                  <p:cNvGrpSpPr>
                    <a:grpSpLocks/>
                  </p:cNvGrpSpPr>
                  <p:nvPr/>
                </p:nvGrpSpPr>
                <p:grpSpPr bwMode="auto">
                  <a:xfrm>
                    <a:off x="1783" y="1309"/>
                    <a:ext cx="2192" cy="2082"/>
                    <a:chOff x="1783" y="1309"/>
                    <a:chExt cx="2192" cy="2082"/>
                  </a:xfrm>
                </p:grpSpPr>
                <p:grpSp>
                  <p:nvGrpSpPr>
                    <p:cNvPr id="1116" name="Group 232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1783" y="1309"/>
                      <a:ext cx="2192" cy="2082"/>
                      <a:chOff x="1783" y="1309"/>
                      <a:chExt cx="2192" cy="2082"/>
                    </a:xfrm>
                  </p:grpSpPr>
                  <p:grpSp>
                    <p:nvGrpSpPr>
                      <p:cNvPr id="1133" name="Group 233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783" y="1309"/>
                        <a:ext cx="2192" cy="2082"/>
                        <a:chOff x="1783" y="1309"/>
                        <a:chExt cx="2192" cy="2082"/>
                      </a:xfrm>
                    </p:grpSpPr>
                    <p:sp>
                      <p:nvSpPr>
                        <p:cNvPr id="1137" name="Freeform 23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963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5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5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1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200"/>
                              </a:lnTo>
                              <a:lnTo>
                                <a:pt x="2595" y="1986"/>
                              </a:lnTo>
                              <a:lnTo>
                                <a:pt x="2786" y="1833"/>
                              </a:lnTo>
                              <a:lnTo>
                                <a:pt x="3055" y="1640"/>
                              </a:lnTo>
                              <a:lnTo>
                                <a:pt x="3334" y="1439"/>
                              </a:lnTo>
                              <a:lnTo>
                                <a:pt x="3565" y="1265"/>
                              </a:lnTo>
                              <a:lnTo>
                                <a:pt x="3776" y="1120"/>
                              </a:lnTo>
                              <a:lnTo>
                                <a:pt x="3980" y="986"/>
                              </a:lnTo>
                              <a:lnTo>
                                <a:pt x="4181" y="851"/>
                              </a:lnTo>
                              <a:lnTo>
                                <a:pt x="4384" y="725"/>
                              </a:lnTo>
                              <a:lnTo>
                                <a:pt x="2938" y="0"/>
                              </a:lnTo>
                              <a:lnTo>
                                <a:pt x="2700" y="140"/>
                              </a:lnTo>
                              <a:lnTo>
                                <a:pt x="2459" y="293"/>
                              </a:lnTo>
                              <a:lnTo>
                                <a:pt x="2276" y="418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2"/>
                              </a:lnTo>
                              <a:lnTo>
                                <a:pt x="1084" y="1275"/>
                              </a:lnTo>
                              <a:lnTo>
                                <a:pt x="823" y="1429"/>
                              </a:lnTo>
                              <a:lnTo>
                                <a:pt x="534" y="1632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8" name="Freeform 235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925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4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5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3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3"/>
                              </a:moveTo>
                              <a:lnTo>
                                <a:pt x="1608" y="2857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1"/>
                              </a:lnTo>
                              <a:lnTo>
                                <a:pt x="3055" y="1640"/>
                              </a:lnTo>
                              <a:lnTo>
                                <a:pt x="3334" y="1437"/>
                              </a:lnTo>
                              <a:lnTo>
                                <a:pt x="3565" y="1264"/>
                              </a:lnTo>
                              <a:lnTo>
                                <a:pt x="3776" y="1120"/>
                              </a:lnTo>
                              <a:lnTo>
                                <a:pt x="3980" y="985"/>
                              </a:lnTo>
                              <a:lnTo>
                                <a:pt x="4181" y="851"/>
                              </a:lnTo>
                              <a:lnTo>
                                <a:pt x="4384" y="724"/>
                              </a:lnTo>
                              <a:lnTo>
                                <a:pt x="2938" y="0"/>
                              </a:lnTo>
                              <a:lnTo>
                                <a:pt x="2700" y="138"/>
                              </a:lnTo>
                              <a:lnTo>
                                <a:pt x="2459" y="291"/>
                              </a:lnTo>
                              <a:lnTo>
                                <a:pt x="2276" y="417"/>
                              </a:lnTo>
                              <a:lnTo>
                                <a:pt x="2085" y="570"/>
                              </a:lnTo>
                              <a:lnTo>
                                <a:pt x="1881" y="736"/>
                              </a:lnTo>
                              <a:lnTo>
                                <a:pt x="1680" y="909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7"/>
                              </a:lnTo>
                              <a:lnTo>
                                <a:pt x="534" y="1630"/>
                              </a:lnTo>
                              <a:lnTo>
                                <a:pt x="275" y="1821"/>
                              </a:lnTo>
                              <a:lnTo>
                                <a:pt x="0" y="205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9" name="Freeform 23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886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5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4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0"/>
                              </a:lnTo>
                              <a:lnTo>
                                <a:pt x="2334" y="2197"/>
                              </a:lnTo>
                              <a:lnTo>
                                <a:pt x="2595" y="1986"/>
                              </a:lnTo>
                              <a:lnTo>
                                <a:pt x="2786" y="1833"/>
                              </a:lnTo>
                              <a:lnTo>
                                <a:pt x="3055" y="1639"/>
                              </a:lnTo>
                              <a:lnTo>
                                <a:pt x="3334" y="1438"/>
                              </a:lnTo>
                              <a:lnTo>
                                <a:pt x="3565" y="1265"/>
                              </a:lnTo>
                              <a:lnTo>
                                <a:pt x="3776" y="1119"/>
                              </a:lnTo>
                              <a:lnTo>
                                <a:pt x="3980" y="986"/>
                              </a:lnTo>
                              <a:lnTo>
                                <a:pt x="4181" y="850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3"/>
                              </a:lnTo>
                              <a:lnTo>
                                <a:pt x="2276" y="418"/>
                              </a:lnTo>
                              <a:lnTo>
                                <a:pt x="2085" y="571"/>
                              </a:lnTo>
                              <a:lnTo>
                                <a:pt x="1881" y="735"/>
                              </a:lnTo>
                              <a:lnTo>
                                <a:pt x="1680" y="908"/>
                              </a:lnTo>
                              <a:lnTo>
                                <a:pt x="1363" y="1101"/>
                              </a:lnTo>
                              <a:lnTo>
                                <a:pt x="1084" y="1273"/>
                              </a:lnTo>
                              <a:lnTo>
                                <a:pt x="823" y="1428"/>
                              </a:lnTo>
                              <a:lnTo>
                                <a:pt x="534" y="1629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0" name="Freeform 23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848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5 h 2857"/>
                            <a:gd name="T8" fmla="*/ 72 w 4384"/>
                            <a:gd name="T9" fmla="*/ 69 h 2857"/>
                            <a:gd name="T10" fmla="*/ 81 w 4384"/>
                            <a:gd name="T11" fmla="*/ 62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3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0"/>
                              </a:moveTo>
                              <a:lnTo>
                                <a:pt x="1608" y="2857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4"/>
                              </a:lnTo>
                              <a:lnTo>
                                <a:pt x="2786" y="1831"/>
                              </a:lnTo>
                              <a:lnTo>
                                <a:pt x="3055" y="1638"/>
                              </a:lnTo>
                              <a:lnTo>
                                <a:pt x="3334" y="1436"/>
                              </a:lnTo>
                              <a:lnTo>
                                <a:pt x="3565" y="1263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49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1"/>
                              </a:lnTo>
                              <a:lnTo>
                                <a:pt x="2276" y="416"/>
                              </a:lnTo>
                              <a:lnTo>
                                <a:pt x="2085" y="570"/>
                              </a:lnTo>
                              <a:lnTo>
                                <a:pt x="1881" y="733"/>
                              </a:lnTo>
                              <a:lnTo>
                                <a:pt x="1680" y="906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6"/>
                              </a:lnTo>
                              <a:lnTo>
                                <a:pt x="534" y="1630"/>
                              </a:lnTo>
                              <a:lnTo>
                                <a:pt x="275" y="1821"/>
                              </a:lnTo>
                              <a:lnTo>
                                <a:pt x="0" y="205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1" name="Freeform 23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809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5 h 2857"/>
                            <a:gd name="T8" fmla="*/ 72 w 4384"/>
                            <a:gd name="T9" fmla="*/ 69 h 2857"/>
                            <a:gd name="T10" fmla="*/ 81 w 4384"/>
                            <a:gd name="T11" fmla="*/ 63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4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1"/>
                              </a:lnTo>
                              <a:lnTo>
                                <a:pt x="3055" y="1640"/>
                              </a:lnTo>
                              <a:lnTo>
                                <a:pt x="3334" y="1437"/>
                              </a:lnTo>
                              <a:lnTo>
                                <a:pt x="3565" y="1263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51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8"/>
                              </a:lnTo>
                              <a:lnTo>
                                <a:pt x="2459" y="291"/>
                              </a:lnTo>
                              <a:lnTo>
                                <a:pt x="2276" y="417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7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2" name="Freeform 23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770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5 h 2857"/>
                            <a:gd name="T8" fmla="*/ 72 w 4384"/>
                            <a:gd name="T9" fmla="*/ 69 h 2857"/>
                            <a:gd name="T10" fmla="*/ 81 w 4384"/>
                            <a:gd name="T11" fmla="*/ 63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4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0"/>
                              </a:lnTo>
                              <a:lnTo>
                                <a:pt x="2334" y="2197"/>
                              </a:lnTo>
                              <a:lnTo>
                                <a:pt x="2595" y="1986"/>
                              </a:lnTo>
                              <a:lnTo>
                                <a:pt x="2786" y="1833"/>
                              </a:lnTo>
                              <a:lnTo>
                                <a:pt x="3055" y="1639"/>
                              </a:lnTo>
                              <a:lnTo>
                                <a:pt x="3334" y="1438"/>
                              </a:lnTo>
                              <a:lnTo>
                                <a:pt x="3565" y="1265"/>
                              </a:lnTo>
                              <a:lnTo>
                                <a:pt x="3776" y="1119"/>
                              </a:lnTo>
                              <a:lnTo>
                                <a:pt x="3980" y="986"/>
                              </a:lnTo>
                              <a:lnTo>
                                <a:pt x="4181" y="850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9"/>
                              </a:lnTo>
                              <a:lnTo>
                                <a:pt x="2459" y="292"/>
                              </a:lnTo>
                              <a:lnTo>
                                <a:pt x="2276" y="418"/>
                              </a:lnTo>
                              <a:lnTo>
                                <a:pt x="2085" y="571"/>
                              </a:lnTo>
                              <a:lnTo>
                                <a:pt x="1881" y="735"/>
                              </a:lnTo>
                              <a:lnTo>
                                <a:pt x="1680" y="908"/>
                              </a:lnTo>
                              <a:lnTo>
                                <a:pt x="1363" y="1101"/>
                              </a:lnTo>
                              <a:lnTo>
                                <a:pt x="1084" y="1275"/>
                              </a:lnTo>
                              <a:lnTo>
                                <a:pt x="823" y="1428"/>
                              </a:lnTo>
                              <a:lnTo>
                                <a:pt x="534" y="1629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3" name="Freeform 24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732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5 h 2857"/>
                            <a:gd name="T8" fmla="*/ 72 w 4384"/>
                            <a:gd name="T9" fmla="*/ 69 h 2857"/>
                            <a:gd name="T10" fmla="*/ 81 w 4384"/>
                            <a:gd name="T11" fmla="*/ 62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3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0"/>
                              </a:moveTo>
                              <a:lnTo>
                                <a:pt x="1608" y="2857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7"/>
                              </a:lnTo>
                              <a:lnTo>
                                <a:pt x="2595" y="1984"/>
                              </a:lnTo>
                              <a:lnTo>
                                <a:pt x="2786" y="1831"/>
                              </a:lnTo>
                              <a:lnTo>
                                <a:pt x="3055" y="1638"/>
                              </a:lnTo>
                              <a:lnTo>
                                <a:pt x="3334" y="1436"/>
                              </a:lnTo>
                              <a:lnTo>
                                <a:pt x="3565" y="1263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49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1"/>
                              </a:lnTo>
                              <a:lnTo>
                                <a:pt x="2276" y="416"/>
                              </a:lnTo>
                              <a:lnTo>
                                <a:pt x="2085" y="570"/>
                              </a:lnTo>
                              <a:lnTo>
                                <a:pt x="1881" y="733"/>
                              </a:lnTo>
                              <a:lnTo>
                                <a:pt x="1680" y="906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6"/>
                              </a:lnTo>
                              <a:lnTo>
                                <a:pt x="534" y="1630"/>
                              </a:lnTo>
                              <a:lnTo>
                                <a:pt x="275" y="1821"/>
                              </a:lnTo>
                              <a:lnTo>
                                <a:pt x="0" y="205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4" name="Freeform 24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694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4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5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1"/>
                              </a:lnTo>
                              <a:lnTo>
                                <a:pt x="3055" y="1640"/>
                              </a:lnTo>
                              <a:lnTo>
                                <a:pt x="3334" y="1437"/>
                              </a:lnTo>
                              <a:lnTo>
                                <a:pt x="3565" y="1263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51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8"/>
                              </a:lnTo>
                              <a:lnTo>
                                <a:pt x="2459" y="293"/>
                              </a:lnTo>
                              <a:lnTo>
                                <a:pt x="2276" y="417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9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5" name="Freeform 242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655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8"/>
                            <a:gd name="T2" fmla="*/ 50 w 4384"/>
                            <a:gd name="T3" fmla="*/ 89 h 2858"/>
                            <a:gd name="T4" fmla="*/ 58 w 4384"/>
                            <a:gd name="T5" fmla="*/ 81 h 2858"/>
                            <a:gd name="T6" fmla="*/ 66 w 4384"/>
                            <a:gd name="T7" fmla="*/ 75 h 2858"/>
                            <a:gd name="T8" fmla="*/ 72 w 4384"/>
                            <a:gd name="T9" fmla="*/ 68 h 2858"/>
                            <a:gd name="T10" fmla="*/ 81 w 4384"/>
                            <a:gd name="T11" fmla="*/ 62 h 2858"/>
                            <a:gd name="T12" fmla="*/ 87 w 4384"/>
                            <a:gd name="T13" fmla="*/ 57 h 2858"/>
                            <a:gd name="T14" fmla="*/ 95 w 4384"/>
                            <a:gd name="T15" fmla="*/ 51 h 2858"/>
                            <a:gd name="T16" fmla="*/ 104 w 4384"/>
                            <a:gd name="T17" fmla="*/ 44 h 2858"/>
                            <a:gd name="T18" fmla="*/ 111 w 4384"/>
                            <a:gd name="T19" fmla="*/ 39 h 2858"/>
                            <a:gd name="T20" fmla="*/ 118 w 4384"/>
                            <a:gd name="T21" fmla="*/ 35 h 2858"/>
                            <a:gd name="T22" fmla="*/ 124 w 4384"/>
                            <a:gd name="T23" fmla="*/ 30 h 2858"/>
                            <a:gd name="T24" fmla="*/ 131 w 4384"/>
                            <a:gd name="T25" fmla="*/ 26 h 2858"/>
                            <a:gd name="T26" fmla="*/ 137 w 4384"/>
                            <a:gd name="T27" fmla="*/ 22 h 2858"/>
                            <a:gd name="T28" fmla="*/ 91 w 4384"/>
                            <a:gd name="T29" fmla="*/ 0 h 2858"/>
                            <a:gd name="T30" fmla="*/ 84 w 4384"/>
                            <a:gd name="T31" fmla="*/ 4 h 2858"/>
                            <a:gd name="T32" fmla="*/ 76 w 4384"/>
                            <a:gd name="T33" fmla="*/ 9 h 2858"/>
                            <a:gd name="T34" fmla="*/ 71 w 4384"/>
                            <a:gd name="T35" fmla="*/ 13 h 2858"/>
                            <a:gd name="T36" fmla="*/ 66 w 4384"/>
                            <a:gd name="T37" fmla="*/ 17 h 2858"/>
                            <a:gd name="T38" fmla="*/ 58 w 4384"/>
                            <a:gd name="T39" fmla="*/ 23 h 2858"/>
                            <a:gd name="T40" fmla="*/ 52 w 4384"/>
                            <a:gd name="T41" fmla="*/ 28 h 2858"/>
                            <a:gd name="T42" fmla="*/ 42 w 4384"/>
                            <a:gd name="T43" fmla="*/ 34 h 2858"/>
                            <a:gd name="T44" fmla="*/ 34 w 4384"/>
                            <a:gd name="T45" fmla="*/ 39 h 2858"/>
                            <a:gd name="T46" fmla="*/ 25 w 4384"/>
                            <a:gd name="T47" fmla="*/ 44 h 2858"/>
                            <a:gd name="T48" fmla="*/ 17 w 4384"/>
                            <a:gd name="T49" fmla="*/ 50 h 2858"/>
                            <a:gd name="T50" fmla="*/ 9 w 4384"/>
                            <a:gd name="T51" fmla="*/ 56 h 2858"/>
                            <a:gd name="T52" fmla="*/ 0 w 4384"/>
                            <a:gd name="T53" fmla="*/ 64 h 2858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8"/>
                            <a:gd name="T83" fmla="*/ 4384 w 4384"/>
                            <a:gd name="T84" fmla="*/ 2858 h 2858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8">
                              <a:moveTo>
                                <a:pt x="0" y="2053"/>
                              </a:moveTo>
                              <a:lnTo>
                                <a:pt x="1608" y="2858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3"/>
                              </a:lnTo>
                              <a:lnTo>
                                <a:pt x="3055" y="1640"/>
                              </a:lnTo>
                              <a:lnTo>
                                <a:pt x="3334" y="1439"/>
                              </a:lnTo>
                              <a:lnTo>
                                <a:pt x="3565" y="1266"/>
                              </a:lnTo>
                              <a:lnTo>
                                <a:pt x="3776" y="1120"/>
                              </a:lnTo>
                              <a:lnTo>
                                <a:pt x="3980" y="987"/>
                              </a:lnTo>
                              <a:lnTo>
                                <a:pt x="4181" y="851"/>
                              </a:lnTo>
                              <a:lnTo>
                                <a:pt x="4384" y="724"/>
                              </a:lnTo>
                              <a:lnTo>
                                <a:pt x="2938" y="0"/>
                              </a:lnTo>
                              <a:lnTo>
                                <a:pt x="2700" y="140"/>
                              </a:lnTo>
                              <a:lnTo>
                                <a:pt x="2459" y="293"/>
                              </a:lnTo>
                              <a:lnTo>
                                <a:pt x="2276" y="419"/>
                              </a:lnTo>
                              <a:lnTo>
                                <a:pt x="2085" y="572"/>
                              </a:lnTo>
                              <a:lnTo>
                                <a:pt x="1881" y="736"/>
                              </a:lnTo>
                              <a:lnTo>
                                <a:pt x="1680" y="909"/>
                              </a:lnTo>
                              <a:lnTo>
                                <a:pt x="1363" y="1102"/>
                              </a:lnTo>
                              <a:lnTo>
                                <a:pt x="1084" y="1276"/>
                              </a:lnTo>
                              <a:lnTo>
                                <a:pt x="823" y="1429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6" name="Freeform 24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617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4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4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0"/>
                              </a:moveTo>
                              <a:lnTo>
                                <a:pt x="1608" y="2857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7"/>
                              </a:lnTo>
                              <a:lnTo>
                                <a:pt x="2595" y="1984"/>
                              </a:lnTo>
                              <a:lnTo>
                                <a:pt x="2786" y="1831"/>
                              </a:lnTo>
                              <a:lnTo>
                                <a:pt x="3055" y="1639"/>
                              </a:lnTo>
                              <a:lnTo>
                                <a:pt x="3334" y="1436"/>
                              </a:lnTo>
                              <a:lnTo>
                                <a:pt x="3565" y="1263"/>
                              </a:lnTo>
                              <a:lnTo>
                                <a:pt x="3776" y="1119"/>
                              </a:lnTo>
                              <a:lnTo>
                                <a:pt x="3980" y="984"/>
                              </a:lnTo>
                              <a:lnTo>
                                <a:pt x="4181" y="848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1"/>
                              </a:lnTo>
                              <a:lnTo>
                                <a:pt x="2276" y="416"/>
                              </a:lnTo>
                              <a:lnTo>
                                <a:pt x="2085" y="570"/>
                              </a:lnTo>
                              <a:lnTo>
                                <a:pt x="1881" y="733"/>
                              </a:lnTo>
                              <a:lnTo>
                                <a:pt x="1680" y="906"/>
                              </a:lnTo>
                              <a:lnTo>
                                <a:pt x="1363" y="1099"/>
                              </a:lnTo>
                              <a:lnTo>
                                <a:pt x="1084" y="1273"/>
                              </a:lnTo>
                              <a:lnTo>
                                <a:pt x="823" y="1426"/>
                              </a:lnTo>
                              <a:lnTo>
                                <a:pt x="534" y="1629"/>
                              </a:lnTo>
                              <a:lnTo>
                                <a:pt x="275" y="1821"/>
                              </a:lnTo>
                              <a:lnTo>
                                <a:pt x="0" y="205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7" name="Freeform 24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578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6 h 2857"/>
                            <a:gd name="T8" fmla="*/ 72 w 4384"/>
                            <a:gd name="T9" fmla="*/ 69 h 2857"/>
                            <a:gd name="T10" fmla="*/ 81 w 4384"/>
                            <a:gd name="T11" fmla="*/ 63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3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8"/>
                              </a:lnTo>
                              <a:lnTo>
                                <a:pt x="2595" y="1986"/>
                              </a:lnTo>
                              <a:lnTo>
                                <a:pt x="2786" y="1831"/>
                              </a:lnTo>
                              <a:lnTo>
                                <a:pt x="3055" y="1640"/>
                              </a:lnTo>
                              <a:lnTo>
                                <a:pt x="3334" y="1437"/>
                              </a:lnTo>
                              <a:lnTo>
                                <a:pt x="3565" y="1263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51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3"/>
                              </a:lnTo>
                              <a:lnTo>
                                <a:pt x="2276" y="416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9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8" name="Freeform 245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539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6 h 2857"/>
                            <a:gd name="T8" fmla="*/ 72 w 4384"/>
                            <a:gd name="T9" fmla="*/ 69 h 2857"/>
                            <a:gd name="T10" fmla="*/ 81 w 4384"/>
                            <a:gd name="T11" fmla="*/ 63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4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3"/>
                              </a:lnTo>
                              <a:lnTo>
                                <a:pt x="3055" y="1640"/>
                              </a:lnTo>
                              <a:lnTo>
                                <a:pt x="3334" y="1439"/>
                              </a:lnTo>
                              <a:lnTo>
                                <a:pt x="3565" y="1265"/>
                              </a:lnTo>
                              <a:lnTo>
                                <a:pt x="3776" y="1120"/>
                              </a:lnTo>
                              <a:lnTo>
                                <a:pt x="3980" y="987"/>
                              </a:lnTo>
                              <a:lnTo>
                                <a:pt x="4181" y="851"/>
                              </a:lnTo>
                              <a:lnTo>
                                <a:pt x="4384" y="724"/>
                              </a:lnTo>
                              <a:lnTo>
                                <a:pt x="2938" y="0"/>
                              </a:lnTo>
                              <a:lnTo>
                                <a:pt x="2700" y="140"/>
                              </a:lnTo>
                              <a:lnTo>
                                <a:pt x="2459" y="293"/>
                              </a:lnTo>
                              <a:lnTo>
                                <a:pt x="2276" y="419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2"/>
                              </a:lnTo>
                              <a:lnTo>
                                <a:pt x="1084" y="1275"/>
                              </a:lnTo>
                              <a:lnTo>
                                <a:pt x="823" y="1429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49" name="Freeform 246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501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5 h 2857"/>
                            <a:gd name="T8" fmla="*/ 72 w 4384"/>
                            <a:gd name="T9" fmla="*/ 69 h 2857"/>
                            <a:gd name="T10" fmla="*/ 81 w 4384"/>
                            <a:gd name="T11" fmla="*/ 62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3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0"/>
                              </a:lnTo>
                              <a:lnTo>
                                <a:pt x="2103" y="2398"/>
                              </a:lnTo>
                              <a:lnTo>
                                <a:pt x="2334" y="2197"/>
                              </a:lnTo>
                              <a:lnTo>
                                <a:pt x="2595" y="1984"/>
                              </a:lnTo>
                              <a:lnTo>
                                <a:pt x="2786" y="1831"/>
                              </a:lnTo>
                              <a:lnTo>
                                <a:pt x="3055" y="1639"/>
                              </a:lnTo>
                              <a:lnTo>
                                <a:pt x="3334" y="1436"/>
                              </a:lnTo>
                              <a:lnTo>
                                <a:pt x="3565" y="1263"/>
                              </a:lnTo>
                              <a:lnTo>
                                <a:pt x="3776" y="1119"/>
                              </a:lnTo>
                              <a:lnTo>
                                <a:pt x="3980" y="984"/>
                              </a:lnTo>
                              <a:lnTo>
                                <a:pt x="4181" y="848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0"/>
                              </a:lnTo>
                              <a:lnTo>
                                <a:pt x="2276" y="416"/>
                              </a:lnTo>
                              <a:lnTo>
                                <a:pt x="2085" y="569"/>
                              </a:lnTo>
                              <a:lnTo>
                                <a:pt x="1881" y="733"/>
                              </a:lnTo>
                              <a:lnTo>
                                <a:pt x="1680" y="906"/>
                              </a:lnTo>
                              <a:lnTo>
                                <a:pt x="1363" y="1099"/>
                              </a:lnTo>
                              <a:lnTo>
                                <a:pt x="1084" y="1273"/>
                              </a:lnTo>
                              <a:lnTo>
                                <a:pt x="823" y="1426"/>
                              </a:lnTo>
                              <a:lnTo>
                                <a:pt x="534" y="1629"/>
                              </a:lnTo>
                              <a:lnTo>
                                <a:pt x="275" y="1821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0" name="Freeform 247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462"/>
                          <a:ext cx="2192" cy="1429"/>
                        </a:xfrm>
                        <a:custGeom>
                          <a:avLst/>
                          <a:gdLst>
                            <a:gd name="T0" fmla="*/ 0 w 4384"/>
                            <a:gd name="T1" fmla="*/ 65 h 2857"/>
                            <a:gd name="T2" fmla="*/ 50 w 4384"/>
                            <a:gd name="T3" fmla="*/ 90 h 2857"/>
                            <a:gd name="T4" fmla="*/ 58 w 4384"/>
                            <a:gd name="T5" fmla="*/ 82 h 2857"/>
                            <a:gd name="T6" fmla="*/ 66 w 4384"/>
                            <a:gd name="T7" fmla="*/ 76 h 2857"/>
                            <a:gd name="T8" fmla="*/ 72 w 4384"/>
                            <a:gd name="T9" fmla="*/ 69 h 2857"/>
                            <a:gd name="T10" fmla="*/ 81 w 4384"/>
                            <a:gd name="T11" fmla="*/ 63 h 2857"/>
                            <a:gd name="T12" fmla="*/ 87 w 4384"/>
                            <a:gd name="T13" fmla="*/ 58 h 2857"/>
                            <a:gd name="T14" fmla="*/ 95 w 4384"/>
                            <a:gd name="T15" fmla="*/ 52 h 2857"/>
                            <a:gd name="T16" fmla="*/ 104 w 4384"/>
                            <a:gd name="T17" fmla="*/ 45 h 2857"/>
                            <a:gd name="T18" fmla="*/ 111 w 4384"/>
                            <a:gd name="T19" fmla="*/ 40 h 2857"/>
                            <a:gd name="T20" fmla="*/ 118 w 4384"/>
                            <a:gd name="T21" fmla="*/ 35 h 2857"/>
                            <a:gd name="T22" fmla="*/ 124 w 4384"/>
                            <a:gd name="T23" fmla="*/ 31 h 2857"/>
                            <a:gd name="T24" fmla="*/ 131 w 4384"/>
                            <a:gd name="T25" fmla="*/ 27 h 2857"/>
                            <a:gd name="T26" fmla="*/ 137 w 4384"/>
                            <a:gd name="T27" fmla="*/ 23 h 2857"/>
                            <a:gd name="T28" fmla="*/ 91 w 4384"/>
                            <a:gd name="T29" fmla="*/ 0 h 2857"/>
                            <a:gd name="T30" fmla="*/ 84 w 4384"/>
                            <a:gd name="T31" fmla="*/ 5 h 2857"/>
                            <a:gd name="T32" fmla="*/ 76 w 4384"/>
                            <a:gd name="T33" fmla="*/ 10 h 2857"/>
                            <a:gd name="T34" fmla="*/ 71 w 4384"/>
                            <a:gd name="T35" fmla="*/ 13 h 2857"/>
                            <a:gd name="T36" fmla="*/ 66 w 4384"/>
                            <a:gd name="T37" fmla="*/ 18 h 2857"/>
                            <a:gd name="T38" fmla="*/ 58 w 4384"/>
                            <a:gd name="T39" fmla="*/ 23 h 2857"/>
                            <a:gd name="T40" fmla="*/ 52 w 4384"/>
                            <a:gd name="T41" fmla="*/ 29 h 2857"/>
                            <a:gd name="T42" fmla="*/ 42 w 4384"/>
                            <a:gd name="T43" fmla="*/ 35 h 2857"/>
                            <a:gd name="T44" fmla="*/ 34 w 4384"/>
                            <a:gd name="T45" fmla="*/ 40 h 2857"/>
                            <a:gd name="T46" fmla="*/ 25 w 4384"/>
                            <a:gd name="T47" fmla="*/ 45 h 2857"/>
                            <a:gd name="T48" fmla="*/ 17 w 4384"/>
                            <a:gd name="T49" fmla="*/ 51 h 2857"/>
                            <a:gd name="T50" fmla="*/ 9 w 4384"/>
                            <a:gd name="T51" fmla="*/ 57 h 2857"/>
                            <a:gd name="T52" fmla="*/ 0 w 4384"/>
                            <a:gd name="T53" fmla="*/ 65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7"/>
                              </a:lnTo>
                              <a:lnTo>
                                <a:pt x="2595" y="1986"/>
                              </a:lnTo>
                              <a:lnTo>
                                <a:pt x="2786" y="1833"/>
                              </a:lnTo>
                              <a:lnTo>
                                <a:pt x="3055" y="1640"/>
                              </a:lnTo>
                              <a:lnTo>
                                <a:pt x="3334" y="1436"/>
                              </a:lnTo>
                              <a:lnTo>
                                <a:pt x="3565" y="1265"/>
                              </a:lnTo>
                              <a:lnTo>
                                <a:pt x="3776" y="1120"/>
                              </a:lnTo>
                              <a:lnTo>
                                <a:pt x="3980" y="984"/>
                              </a:lnTo>
                              <a:lnTo>
                                <a:pt x="4181" y="851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3"/>
                              </a:lnTo>
                              <a:lnTo>
                                <a:pt x="2276" y="416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8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8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1" name="Freeform 248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424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5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5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3"/>
                              </a:lnTo>
                              <a:lnTo>
                                <a:pt x="3055" y="1640"/>
                              </a:lnTo>
                              <a:lnTo>
                                <a:pt x="3334" y="1439"/>
                              </a:lnTo>
                              <a:lnTo>
                                <a:pt x="3565" y="1265"/>
                              </a:lnTo>
                              <a:lnTo>
                                <a:pt x="3776" y="1120"/>
                              </a:lnTo>
                              <a:lnTo>
                                <a:pt x="3980" y="986"/>
                              </a:lnTo>
                              <a:lnTo>
                                <a:pt x="4181" y="851"/>
                              </a:lnTo>
                              <a:lnTo>
                                <a:pt x="4384" y="725"/>
                              </a:lnTo>
                              <a:lnTo>
                                <a:pt x="2938" y="0"/>
                              </a:lnTo>
                              <a:lnTo>
                                <a:pt x="2700" y="140"/>
                              </a:lnTo>
                              <a:lnTo>
                                <a:pt x="2459" y="293"/>
                              </a:lnTo>
                              <a:lnTo>
                                <a:pt x="2276" y="419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9"/>
                              </a:lnTo>
                              <a:lnTo>
                                <a:pt x="1363" y="1102"/>
                              </a:lnTo>
                              <a:lnTo>
                                <a:pt x="1084" y="1275"/>
                              </a:lnTo>
                              <a:lnTo>
                                <a:pt x="823" y="1429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2" name="Freeform 24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386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8"/>
                            <a:gd name="T2" fmla="*/ 50 w 4384"/>
                            <a:gd name="T3" fmla="*/ 89 h 2858"/>
                            <a:gd name="T4" fmla="*/ 58 w 4384"/>
                            <a:gd name="T5" fmla="*/ 81 h 2858"/>
                            <a:gd name="T6" fmla="*/ 66 w 4384"/>
                            <a:gd name="T7" fmla="*/ 74 h 2858"/>
                            <a:gd name="T8" fmla="*/ 72 w 4384"/>
                            <a:gd name="T9" fmla="*/ 68 h 2858"/>
                            <a:gd name="T10" fmla="*/ 81 w 4384"/>
                            <a:gd name="T11" fmla="*/ 62 h 2858"/>
                            <a:gd name="T12" fmla="*/ 87 w 4384"/>
                            <a:gd name="T13" fmla="*/ 57 h 2858"/>
                            <a:gd name="T14" fmla="*/ 95 w 4384"/>
                            <a:gd name="T15" fmla="*/ 51 h 2858"/>
                            <a:gd name="T16" fmla="*/ 104 w 4384"/>
                            <a:gd name="T17" fmla="*/ 44 h 2858"/>
                            <a:gd name="T18" fmla="*/ 111 w 4384"/>
                            <a:gd name="T19" fmla="*/ 39 h 2858"/>
                            <a:gd name="T20" fmla="*/ 118 w 4384"/>
                            <a:gd name="T21" fmla="*/ 35 h 2858"/>
                            <a:gd name="T22" fmla="*/ 124 w 4384"/>
                            <a:gd name="T23" fmla="*/ 30 h 2858"/>
                            <a:gd name="T24" fmla="*/ 131 w 4384"/>
                            <a:gd name="T25" fmla="*/ 26 h 2858"/>
                            <a:gd name="T26" fmla="*/ 137 w 4384"/>
                            <a:gd name="T27" fmla="*/ 22 h 2858"/>
                            <a:gd name="T28" fmla="*/ 91 w 4384"/>
                            <a:gd name="T29" fmla="*/ 0 h 2858"/>
                            <a:gd name="T30" fmla="*/ 84 w 4384"/>
                            <a:gd name="T31" fmla="*/ 4 h 2858"/>
                            <a:gd name="T32" fmla="*/ 76 w 4384"/>
                            <a:gd name="T33" fmla="*/ 9 h 2858"/>
                            <a:gd name="T34" fmla="*/ 71 w 4384"/>
                            <a:gd name="T35" fmla="*/ 13 h 2858"/>
                            <a:gd name="T36" fmla="*/ 66 w 4384"/>
                            <a:gd name="T37" fmla="*/ 17 h 2858"/>
                            <a:gd name="T38" fmla="*/ 58 w 4384"/>
                            <a:gd name="T39" fmla="*/ 23 h 2858"/>
                            <a:gd name="T40" fmla="*/ 52 w 4384"/>
                            <a:gd name="T41" fmla="*/ 28 h 2858"/>
                            <a:gd name="T42" fmla="*/ 42 w 4384"/>
                            <a:gd name="T43" fmla="*/ 34 h 2858"/>
                            <a:gd name="T44" fmla="*/ 34 w 4384"/>
                            <a:gd name="T45" fmla="*/ 39 h 2858"/>
                            <a:gd name="T46" fmla="*/ 25 w 4384"/>
                            <a:gd name="T47" fmla="*/ 44 h 2858"/>
                            <a:gd name="T48" fmla="*/ 17 w 4384"/>
                            <a:gd name="T49" fmla="*/ 50 h 2858"/>
                            <a:gd name="T50" fmla="*/ 9 w 4384"/>
                            <a:gd name="T51" fmla="*/ 56 h 2858"/>
                            <a:gd name="T52" fmla="*/ 0 w 4384"/>
                            <a:gd name="T53" fmla="*/ 64 h 2858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8"/>
                            <a:gd name="T83" fmla="*/ 4384 w 4384"/>
                            <a:gd name="T84" fmla="*/ 2858 h 2858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8">
                              <a:moveTo>
                                <a:pt x="0" y="2053"/>
                              </a:moveTo>
                              <a:lnTo>
                                <a:pt x="1608" y="2858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7"/>
                              </a:lnTo>
                              <a:lnTo>
                                <a:pt x="2786" y="1831"/>
                              </a:lnTo>
                              <a:lnTo>
                                <a:pt x="3055" y="1640"/>
                              </a:lnTo>
                              <a:lnTo>
                                <a:pt x="3334" y="1437"/>
                              </a:lnTo>
                              <a:lnTo>
                                <a:pt x="3565" y="1264"/>
                              </a:lnTo>
                              <a:lnTo>
                                <a:pt x="3776" y="1120"/>
                              </a:lnTo>
                              <a:lnTo>
                                <a:pt x="3980" y="985"/>
                              </a:lnTo>
                              <a:lnTo>
                                <a:pt x="4181" y="851"/>
                              </a:lnTo>
                              <a:lnTo>
                                <a:pt x="4384" y="724"/>
                              </a:lnTo>
                              <a:lnTo>
                                <a:pt x="2938" y="0"/>
                              </a:lnTo>
                              <a:lnTo>
                                <a:pt x="2700" y="138"/>
                              </a:lnTo>
                              <a:lnTo>
                                <a:pt x="2459" y="291"/>
                              </a:lnTo>
                              <a:lnTo>
                                <a:pt x="2276" y="417"/>
                              </a:lnTo>
                              <a:lnTo>
                                <a:pt x="2085" y="570"/>
                              </a:lnTo>
                              <a:lnTo>
                                <a:pt x="1881" y="736"/>
                              </a:lnTo>
                              <a:lnTo>
                                <a:pt x="1680" y="909"/>
                              </a:lnTo>
                              <a:lnTo>
                                <a:pt x="1363" y="1100"/>
                              </a:lnTo>
                              <a:lnTo>
                                <a:pt x="1084" y="1274"/>
                              </a:lnTo>
                              <a:lnTo>
                                <a:pt x="823" y="1427"/>
                              </a:lnTo>
                              <a:lnTo>
                                <a:pt x="534" y="1630"/>
                              </a:lnTo>
                              <a:lnTo>
                                <a:pt x="275" y="1822"/>
                              </a:lnTo>
                              <a:lnTo>
                                <a:pt x="0" y="2053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3" name="Freeform 25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347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4 h 2857"/>
                            <a:gd name="T2" fmla="*/ 50 w 4384"/>
                            <a:gd name="T3" fmla="*/ 89 h 2857"/>
                            <a:gd name="T4" fmla="*/ 58 w 4384"/>
                            <a:gd name="T5" fmla="*/ 81 h 2857"/>
                            <a:gd name="T6" fmla="*/ 66 w 4384"/>
                            <a:gd name="T7" fmla="*/ 75 h 2857"/>
                            <a:gd name="T8" fmla="*/ 72 w 4384"/>
                            <a:gd name="T9" fmla="*/ 68 h 2857"/>
                            <a:gd name="T10" fmla="*/ 81 w 4384"/>
                            <a:gd name="T11" fmla="*/ 62 h 2857"/>
                            <a:gd name="T12" fmla="*/ 87 w 4384"/>
                            <a:gd name="T13" fmla="*/ 57 h 2857"/>
                            <a:gd name="T14" fmla="*/ 95 w 4384"/>
                            <a:gd name="T15" fmla="*/ 51 h 2857"/>
                            <a:gd name="T16" fmla="*/ 104 w 4384"/>
                            <a:gd name="T17" fmla="*/ 44 h 2857"/>
                            <a:gd name="T18" fmla="*/ 111 w 4384"/>
                            <a:gd name="T19" fmla="*/ 39 h 2857"/>
                            <a:gd name="T20" fmla="*/ 118 w 4384"/>
                            <a:gd name="T21" fmla="*/ 34 h 2857"/>
                            <a:gd name="T22" fmla="*/ 124 w 4384"/>
                            <a:gd name="T23" fmla="*/ 30 h 2857"/>
                            <a:gd name="T24" fmla="*/ 131 w 4384"/>
                            <a:gd name="T25" fmla="*/ 26 h 2857"/>
                            <a:gd name="T26" fmla="*/ 137 w 4384"/>
                            <a:gd name="T27" fmla="*/ 22 h 2857"/>
                            <a:gd name="T28" fmla="*/ 91 w 4384"/>
                            <a:gd name="T29" fmla="*/ 0 h 2857"/>
                            <a:gd name="T30" fmla="*/ 84 w 4384"/>
                            <a:gd name="T31" fmla="*/ 4 h 2857"/>
                            <a:gd name="T32" fmla="*/ 76 w 4384"/>
                            <a:gd name="T33" fmla="*/ 9 h 2857"/>
                            <a:gd name="T34" fmla="*/ 71 w 4384"/>
                            <a:gd name="T35" fmla="*/ 13 h 2857"/>
                            <a:gd name="T36" fmla="*/ 66 w 4384"/>
                            <a:gd name="T37" fmla="*/ 17 h 2857"/>
                            <a:gd name="T38" fmla="*/ 58 w 4384"/>
                            <a:gd name="T39" fmla="*/ 22 h 2857"/>
                            <a:gd name="T40" fmla="*/ 52 w 4384"/>
                            <a:gd name="T41" fmla="*/ 28 h 2857"/>
                            <a:gd name="T42" fmla="*/ 42 w 4384"/>
                            <a:gd name="T43" fmla="*/ 34 h 2857"/>
                            <a:gd name="T44" fmla="*/ 34 w 4384"/>
                            <a:gd name="T45" fmla="*/ 39 h 2857"/>
                            <a:gd name="T46" fmla="*/ 25 w 4384"/>
                            <a:gd name="T47" fmla="*/ 44 h 2857"/>
                            <a:gd name="T48" fmla="*/ 17 w 4384"/>
                            <a:gd name="T49" fmla="*/ 50 h 2857"/>
                            <a:gd name="T50" fmla="*/ 9 w 4384"/>
                            <a:gd name="T51" fmla="*/ 56 h 2857"/>
                            <a:gd name="T52" fmla="*/ 0 w 4384"/>
                            <a:gd name="T53" fmla="*/ 64 h 2857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7"/>
                            <a:gd name="T83" fmla="*/ 4384 w 4384"/>
                            <a:gd name="T84" fmla="*/ 2857 h 2857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7">
                              <a:moveTo>
                                <a:pt x="0" y="2052"/>
                              </a:moveTo>
                              <a:lnTo>
                                <a:pt x="1608" y="2857"/>
                              </a:lnTo>
                              <a:lnTo>
                                <a:pt x="1863" y="2622"/>
                              </a:lnTo>
                              <a:lnTo>
                                <a:pt x="2103" y="2401"/>
                              </a:lnTo>
                              <a:lnTo>
                                <a:pt x="2334" y="2197"/>
                              </a:lnTo>
                              <a:lnTo>
                                <a:pt x="2595" y="1986"/>
                              </a:lnTo>
                              <a:lnTo>
                                <a:pt x="2786" y="1833"/>
                              </a:lnTo>
                              <a:lnTo>
                                <a:pt x="3055" y="1639"/>
                              </a:lnTo>
                              <a:lnTo>
                                <a:pt x="3334" y="1438"/>
                              </a:lnTo>
                              <a:lnTo>
                                <a:pt x="3565" y="1265"/>
                              </a:lnTo>
                              <a:lnTo>
                                <a:pt x="3776" y="1119"/>
                              </a:lnTo>
                              <a:lnTo>
                                <a:pt x="3980" y="986"/>
                              </a:lnTo>
                              <a:lnTo>
                                <a:pt x="4181" y="851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7"/>
                              </a:lnTo>
                              <a:lnTo>
                                <a:pt x="2459" y="293"/>
                              </a:lnTo>
                              <a:lnTo>
                                <a:pt x="2276" y="416"/>
                              </a:lnTo>
                              <a:lnTo>
                                <a:pt x="2085" y="572"/>
                              </a:lnTo>
                              <a:lnTo>
                                <a:pt x="1881" y="735"/>
                              </a:lnTo>
                              <a:lnTo>
                                <a:pt x="1680" y="908"/>
                              </a:lnTo>
                              <a:lnTo>
                                <a:pt x="1363" y="1100"/>
                              </a:lnTo>
                              <a:lnTo>
                                <a:pt x="1084" y="1273"/>
                              </a:lnTo>
                              <a:lnTo>
                                <a:pt x="823" y="1428"/>
                              </a:lnTo>
                              <a:lnTo>
                                <a:pt x="534" y="1630"/>
                              </a:lnTo>
                              <a:lnTo>
                                <a:pt x="275" y="1823"/>
                              </a:lnTo>
                              <a:lnTo>
                                <a:pt x="0" y="205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7FFFD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54" name="Freeform 251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783" y="1309"/>
                          <a:ext cx="2192" cy="1428"/>
                        </a:xfrm>
                        <a:custGeom>
                          <a:avLst/>
                          <a:gdLst>
                            <a:gd name="T0" fmla="*/ 0 w 4384"/>
                            <a:gd name="T1" fmla="*/ 65 h 2855"/>
                            <a:gd name="T2" fmla="*/ 50 w 4384"/>
                            <a:gd name="T3" fmla="*/ 90 h 2855"/>
                            <a:gd name="T4" fmla="*/ 58 w 4384"/>
                            <a:gd name="T5" fmla="*/ 82 h 2855"/>
                            <a:gd name="T6" fmla="*/ 66 w 4384"/>
                            <a:gd name="T7" fmla="*/ 75 h 2855"/>
                            <a:gd name="T8" fmla="*/ 72 w 4384"/>
                            <a:gd name="T9" fmla="*/ 69 h 2855"/>
                            <a:gd name="T10" fmla="*/ 81 w 4384"/>
                            <a:gd name="T11" fmla="*/ 62 h 2855"/>
                            <a:gd name="T12" fmla="*/ 87 w 4384"/>
                            <a:gd name="T13" fmla="*/ 58 h 2855"/>
                            <a:gd name="T14" fmla="*/ 95 w 4384"/>
                            <a:gd name="T15" fmla="*/ 52 h 2855"/>
                            <a:gd name="T16" fmla="*/ 104 w 4384"/>
                            <a:gd name="T17" fmla="*/ 45 h 2855"/>
                            <a:gd name="T18" fmla="*/ 111 w 4384"/>
                            <a:gd name="T19" fmla="*/ 40 h 2855"/>
                            <a:gd name="T20" fmla="*/ 118 w 4384"/>
                            <a:gd name="T21" fmla="*/ 35 h 2855"/>
                            <a:gd name="T22" fmla="*/ 124 w 4384"/>
                            <a:gd name="T23" fmla="*/ 31 h 2855"/>
                            <a:gd name="T24" fmla="*/ 131 w 4384"/>
                            <a:gd name="T25" fmla="*/ 27 h 2855"/>
                            <a:gd name="T26" fmla="*/ 137 w 4384"/>
                            <a:gd name="T27" fmla="*/ 23 h 2855"/>
                            <a:gd name="T28" fmla="*/ 91 w 4384"/>
                            <a:gd name="T29" fmla="*/ 0 h 2855"/>
                            <a:gd name="T30" fmla="*/ 84 w 4384"/>
                            <a:gd name="T31" fmla="*/ 5 h 2855"/>
                            <a:gd name="T32" fmla="*/ 76 w 4384"/>
                            <a:gd name="T33" fmla="*/ 10 h 2855"/>
                            <a:gd name="T34" fmla="*/ 71 w 4384"/>
                            <a:gd name="T35" fmla="*/ 13 h 2855"/>
                            <a:gd name="T36" fmla="*/ 66 w 4384"/>
                            <a:gd name="T37" fmla="*/ 18 h 2855"/>
                            <a:gd name="T38" fmla="*/ 58 w 4384"/>
                            <a:gd name="T39" fmla="*/ 23 h 2855"/>
                            <a:gd name="T40" fmla="*/ 52 w 4384"/>
                            <a:gd name="T41" fmla="*/ 29 h 2855"/>
                            <a:gd name="T42" fmla="*/ 42 w 4384"/>
                            <a:gd name="T43" fmla="*/ 35 h 2855"/>
                            <a:gd name="T44" fmla="*/ 34 w 4384"/>
                            <a:gd name="T45" fmla="*/ 40 h 2855"/>
                            <a:gd name="T46" fmla="*/ 25 w 4384"/>
                            <a:gd name="T47" fmla="*/ 45 h 2855"/>
                            <a:gd name="T48" fmla="*/ 17 w 4384"/>
                            <a:gd name="T49" fmla="*/ 51 h 2855"/>
                            <a:gd name="T50" fmla="*/ 9 w 4384"/>
                            <a:gd name="T51" fmla="*/ 57 h 2855"/>
                            <a:gd name="T52" fmla="*/ 0 w 4384"/>
                            <a:gd name="T53" fmla="*/ 65 h 2855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4384"/>
                            <a:gd name="T82" fmla="*/ 0 h 2855"/>
                            <a:gd name="T83" fmla="*/ 4384 w 4384"/>
                            <a:gd name="T84" fmla="*/ 2855 h 2855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4384" h="2855">
                              <a:moveTo>
                                <a:pt x="0" y="2050"/>
                              </a:moveTo>
                              <a:lnTo>
                                <a:pt x="1608" y="2855"/>
                              </a:lnTo>
                              <a:lnTo>
                                <a:pt x="1863" y="2620"/>
                              </a:lnTo>
                              <a:lnTo>
                                <a:pt x="2103" y="2399"/>
                              </a:lnTo>
                              <a:lnTo>
                                <a:pt x="2334" y="2198"/>
                              </a:lnTo>
                              <a:lnTo>
                                <a:pt x="2595" y="1984"/>
                              </a:lnTo>
                              <a:lnTo>
                                <a:pt x="2786" y="1831"/>
                              </a:lnTo>
                              <a:lnTo>
                                <a:pt x="3055" y="1638"/>
                              </a:lnTo>
                              <a:lnTo>
                                <a:pt x="3334" y="1437"/>
                              </a:lnTo>
                              <a:lnTo>
                                <a:pt x="3565" y="1263"/>
                              </a:lnTo>
                              <a:lnTo>
                                <a:pt x="3776" y="1118"/>
                              </a:lnTo>
                              <a:lnTo>
                                <a:pt x="3980" y="984"/>
                              </a:lnTo>
                              <a:lnTo>
                                <a:pt x="4181" y="849"/>
                              </a:lnTo>
                              <a:lnTo>
                                <a:pt x="4384" y="723"/>
                              </a:lnTo>
                              <a:lnTo>
                                <a:pt x="2938" y="0"/>
                              </a:lnTo>
                              <a:lnTo>
                                <a:pt x="2700" y="138"/>
                              </a:lnTo>
                              <a:lnTo>
                                <a:pt x="2459" y="291"/>
                              </a:lnTo>
                              <a:lnTo>
                                <a:pt x="2276" y="416"/>
                              </a:lnTo>
                              <a:lnTo>
                                <a:pt x="2085" y="570"/>
                              </a:lnTo>
                              <a:lnTo>
                                <a:pt x="1881" y="733"/>
                              </a:lnTo>
                              <a:lnTo>
                                <a:pt x="1680" y="907"/>
                              </a:lnTo>
                              <a:lnTo>
                                <a:pt x="1363" y="1100"/>
                              </a:lnTo>
                              <a:lnTo>
                                <a:pt x="1084" y="1259"/>
                              </a:lnTo>
                              <a:lnTo>
                                <a:pt x="823" y="1427"/>
                              </a:lnTo>
                              <a:lnTo>
                                <a:pt x="534" y="1630"/>
                              </a:lnTo>
                              <a:lnTo>
                                <a:pt x="275" y="1821"/>
                              </a:lnTo>
                              <a:lnTo>
                                <a:pt x="0" y="2050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34" name="Group 25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1975" y="1428"/>
                        <a:ext cx="1807" cy="1177"/>
                        <a:chOff x="1975" y="1428"/>
                        <a:chExt cx="1807" cy="1177"/>
                      </a:xfrm>
                    </p:grpSpPr>
                    <p:sp>
                      <p:nvSpPr>
                        <p:cNvPr id="1135" name="Freeform 253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1975" y="1428"/>
                          <a:ext cx="1807" cy="1177"/>
                        </a:xfrm>
                        <a:custGeom>
                          <a:avLst/>
                          <a:gdLst>
                            <a:gd name="T0" fmla="*/ 0 w 3615"/>
                            <a:gd name="T1" fmla="*/ 52 h 2355"/>
                            <a:gd name="T2" fmla="*/ 41 w 3615"/>
                            <a:gd name="T3" fmla="*/ 73 h 2355"/>
                            <a:gd name="T4" fmla="*/ 48 w 3615"/>
                            <a:gd name="T5" fmla="*/ 67 h 2355"/>
                            <a:gd name="T6" fmla="*/ 54 w 3615"/>
                            <a:gd name="T7" fmla="*/ 61 h 2355"/>
                            <a:gd name="T8" fmla="*/ 60 w 3615"/>
                            <a:gd name="T9" fmla="*/ 56 h 2355"/>
                            <a:gd name="T10" fmla="*/ 66 w 3615"/>
                            <a:gd name="T11" fmla="*/ 51 h 2355"/>
                            <a:gd name="T12" fmla="*/ 71 w 3615"/>
                            <a:gd name="T13" fmla="*/ 47 h 2355"/>
                            <a:gd name="T14" fmla="*/ 78 w 3615"/>
                            <a:gd name="T15" fmla="*/ 42 h 2355"/>
                            <a:gd name="T16" fmla="*/ 85 w 3615"/>
                            <a:gd name="T17" fmla="*/ 37 h 2355"/>
                            <a:gd name="T18" fmla="*/ 91 w 3615"/>
                            <a:gd name="T19" fmla="*/ 32 h 2355"/>
                            <a:gd name="T20" fmla="*/ 97 w 3615"/>
                            <a:gd name="T21" fmla="*/ 28 h 2355"/>
                            <a:gd name="T22" fmla="*/ 102 w 3615"/>
                            <a:gd name="T23" fmla="*/ 25 h 2355"/>
                            <a:gd name="T24" fmla="*/ 107 w 3615"/>
                            <a:gd name="T25" fmla="*/ 21 h 2355"/>
                            <a:gd name="T26" fmla="*/ 112 w 3615"/>
                            <a:gd name="T27" fmla="*/ 18 h 2355"/>
                            <a:gd name="T28" fmla="*/ 75 w 3615"/>
                            <a:gd name="T29" fmla="*/ 0 h 2355"/>
                            <a:gd name="T30" fmla="*/ 69 w 3615"/>
                            <a:gd name="T31" fmla="*/ 3 h 2355"/>
                            <a:gd name="T32" fmla="*/ 63 w 3615"/>
                            <a:gd name="T33" fmla="*/ 7 h 2355"/>
                            <a:gd name="T34" fmla="*/ 58 w 3615"/>
                            <a:gd name="T35" fmla="*/ 10 h 2355"/>
                            <a:gd name="T36" fmla="*/ 53 w 3615"/>
                            <a:gd name="T37" fmla="*/ 14 h 2355"/>
                            <a:gd name="T38" fmla="*/ 48 w 3615"/>
                            <a:gd name="T39" fmla="*/ 18 h 2355"/>
                            <a:gd name="T40" fmla="*/ 43 w 3615"/>
                            <a:gd name="T41" fmla="*/ 23 h 2355"/>
                            <a:gd name="T42" fmla="*/ 35 w 3615"/>
                            <a:gd name="T43" fmla="*/ 28 h 2355"/>
                            <a:gd name="T44" fmla="*/ 28 w 3615"/>
                            <a:gd name="T45" fmla="*/ 31 h 2355"/>
                            <a:gd name="T46" fmla="*/ 21 w 3615"/>
                            <a:gd name="T47" fmla="*/ 36 h 2355"/>
                            <a:gd name="T48" fmla="*/ 13 w 3615"/>
                            <a:gd name="T49" fmla="*/ 41 h 2355"/>
                            <a:gd name="T50" fmla="*/ 7 w 3615"/>
                            <a:gd name="T51" fmla="*/ 46 h 2355"/>
                            <a:gd name="T52" fmla="*/ 0 w 3615"/>
                            <a:gd name="T53" fmla="*/ 52 h 2355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3615"/>
                            <a:gd name="T82" fmla="*/ 0 h 2355"/>
                            <a:gd name="T83" fmla="*/ 3615 w 3615"/>
                            <a:gd name="T84" fmla="*/ 2355 h 2355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3615" h="2355">
                              <a:moveTo>
                                <a:pt x="0" y="1690"/>
                              </a:moveTo>
                              <a:lnTo>
                                <a:pt x="1325" y="2355"/>
                              </a:lnTo>
                              <a:lnTo>
                                <a:pt x="1536" y="2160"/>
                              </a:lnTo>
                              <a:lnTo>
                                <a:pt x="1733" y="1977"/>
                              </a:lnTo>
                              <a:lnTo>
                                <a:pt x="1923" y="1811"/>
                              </a:lnTo>
                              <a:lnTo>
                                <a:pt x="2138" y="1638"/>
                              </a:lnTo>
                              <a:lnTo>
                                <a:pt x="2295" y="1508"/>
                              </a:lnTo>
                              <a:lnTo>
                                <a:pt x="2519" y="1351"/>
                              </a:lnTo>
                              <a:lnTo>
                                <a:pt x="2748" y="1186"/>
                              </a:lnTo>
                              <a:lnTo>
                                <a:pt x="2939" y="1040"/>
                              </a:lnTo>
                              <a:lnTo>
                                <a:pt x="3112" y="923"/>
                              </a:lnTo>
                              <a:lnTo>
                                <a:pt x="3280" y="811"/>
                              </a:lnTo>
                              <a:lnTo>
                                <a:pt x="3447" y="701"/>
                              </a:lnTo>
                              <a:lnTo>
                                <a:pt x="3615" y="594"/>
                              </a:lnTo>
                              <a:lnTo>
                                <a:pt x="2421" y="0"/>
                              </a:lnTo>
                              <a:lnTo>
                                <a:pt x="2226" y="112"/>
                              </a:lnTo>
                              <a:lnTo>
                                <a:pt x="2026" y="239"/>
                              </a:lnTo>
                              <a:lnTo>
                                <a:pt x="1875" y="343"/>
                              </a:lnTo>
                              <a:lnTo>
                                <a:pt x="1718" y="470"/>
                              </a:lnTo>
                              <a:lnTo>
                                <a:pt x="1550" y="604"/>
                              </a:lnTo>
                              <a:lnTo>
                                <a:pt x="1385" y="747"/>
                              </a:lnTo>
                              <a:lnTo>
                                <a:pt x="1122" y="907"/>
                              </a:lnTo>
                              <a:lnTo>
                                <a:pt x="918" y="1022"/>
                              </a:lnTo>
                              <a:lnTo>
                                <a:pt x="677" y="1178"/>
                              </a:lnTo>
                              <a:lnTo>
                                <a:pt x="440" y="1343"/>
                              </a:lnTo>
                              <a:lnTo>
                                <a:pt x="225" y="1500"/>
                              </a:lnTo>
                              <a:lnTo>
                                <a:pt x="0" y="1690"/>
                              </a:lnTo>
                            </a:path>
                          </a:pathLst>
                        </a:cu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6" name="Freeform 254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033" y="1460"/>
                          <a:ext cx="1697" cy="1111"/>
                        </a:xfrm>
                        <a:custGeom>
                          <a:avLst/>
                          <a:gdLst>
                            <a:gd name="T0" fmla="*/ 0 w 3394"/>
                            <a:gd name="T1" fmla="*/ 51 h 2221"/>
                            <a:gd name="T2" fmla="*/ 38 w 3394"/>
                            <a:gd name="T3" fmla="*/ 70 h 2221"/>
                            <a:gd name="T4" fmla="*/ 44 w 3394"/>
                            <a:gd name="T5" fmla="*/ 64 h 2221"/>
                            <a:gd name="T6" fmla="*/ 51 w 3394"/>
                            <a:gd name="T7" fmla="*/ 58 h 2221"/>
                            <a:gd name="T8" fmla="*/ 56 w 3394"/>
                            <a:gd name="T9" fmla="*/ 53 h 2221"/>
                            <a:gd name="T10" fmla="*/ 62 w 3394"/>
                            <a:gd name="T11" fmla="*/ 48 h 2221"/>
                            <a:gd name="T12" fmla="*/ 67 w 3394"/>
                            <a:gd name="T13" fmla="*/ 45 h 2221"/>
                            <a:gd name="T14" fmla="*/ 73 w 3394"/>
                            <a:gd name="T15" fmla="*/ 40 h 2221"/>
                            <a:gd name="T16" fmla="*/ 80 w 3394"/>
                            <a:gd name="T17" fmla="*/ 35 h 2221"/>
                            <a:gd name="T18" fmla="*/ 85 w 3394"/>
                            <a:gd name="T19" fmla="*/ 31 h 2221"/>
                            <a:gd name="T20" fmla="*/ 90 w 3394"/>
                            <a:gd name="T21" fmla="*/ 28 h 2221"/>
                            <a:gd name="T22" fmla="*/ 95 w 3394"/>
                            <a:gd name="T23" fmla="*/ 25 h 2221"/>
                            <a:gd name="T24" fmla="*/ 100 w 3394"/>
                            <a:gd name="T25" fmla="*/ 21 h 2221"/>
                            <a:gd name="T26" fmla="*/ 106 w 3394"/>
                            <a:gd name="T27" fmla="*/ 17 h 2221"/>
                            <a:gd name="T28" fmla="*/ 73 w 3394"/>
                            <a:gd name="T29" fmla="*/ 0 h 2221"/>
                            <a:gd name="T30" fmla="*/ 67 w 3394"/>
                            <a:gd name="T31" fmla="*/ 4 h 2221"/>
                            <a:gd name="T32" fmla="*/ 60 w 3394"/>
                            <a:gd name="T33" fmla="*/ 8 h 2221"/>
                            <a:gd name="T34" fmla="*/ 54 w 3394"/>
                            <a:gd name="T35" fmla="*/ 12 h 2221"/>
                            <a:gd name="T36" fmla="*/ 51 w 3394"/>
                            <a:gd name="T37" fmla="*/ 15 h 2221"/>
                            <a:gd name="T38" fmla="*/ 46 w 3394"/>
                            <a:gd name="T39" fmla="*/ 19 h 2221"/>
                            <a:gd name="T40" fmla="*/ 41 w 3394"/>
                            <a:gd name="T41" fmla="*/ 23 h 2221"/>
                            <a:gd name="T42" fmla="*/ 34 w 3394"/>
                            <a:gd name="T43" fmla="*/ 28 h 2221"/>
                            <a:gd name="T44" fmla="*/ 27 w 3394"/>
                            <a:gd name="T45" fmla="*/ 31 h 2221"/>
                            <a:gd name="T46" fmla="*/ 22 w 3394"/>
                            <a:gd name="T47" fmla="*/ 35 h 2221"/>
                            <a:gd name="T48" fmla="*/ 14 w 3394"/>
                            <a:gd name="T49" fmla="*/ 40 h 2221"/>
                            <a:gd name="T50" fmla="*/ 9 w 3394"/>
                            <a:gd name="T51" fmla="*/ 45 h 2221"/>
                            <a:gd name="T52" fmla="*/ 0 w 3394"/>
                            <a:gd name="T53" fmla="*/ 51 h 2221"/>
                            <a:gd name="T54" fmla="*/ 0 60000 65536"/>
                            <a:gd name="T55" fmla="*/ 0 60000 65536"/>
                            <a:gd name="T56" fmla="*/ 0 60000 65536"/>
                            <a:gd name="T57" fmla="*/ 0 60000 65536"/>
                            <a:gd name="T58" fmla="*/ 0 60000 65536"/>
                            <a:gd name="T59" fmla="*/ 0 60000 65536"/>
                            <a:gd name="T60" fmla="*/ 0 60000 65536"/>
                            <a:gd name="T61" fmla="*/ 0 60000 65536"/>
                            <a:gd name="T62" fmla="*/ 0 60000 65536"/>
                            <a:gd name="T63" fmla="*/ 0 60000 65536"/>
                            <a:gd name="T64" fmla="*/ 0 60000 65536"/>
                            <a:gd name="T65" fmla="*/ 0 60000 65536"/>
                            <a:gd name="T66" fmla="*/ 0 60000 65536"/>
                            <a:gd name="T67" fmla="*/ 0 60000 65536"/>
                            <a:gd name="T68" fmla="*/ 0 60000 65536"/>
                            <a:gd name="T69" fmla="*/ 0 60000 65536"/>
                            <a:gd name="T70" fmla="*/ 0 60000 65536"/>
                            <a:gd name="T71" fmla="*/ 0 60000 65536"/>
                            <a:gd name="T72" fmla="*/ 0 60000 65536"/>
                            <a:gd name="T73" fmla="*/ 0 60000 65536"/>
                            <a:gd name="T74" fmla="*/ 0 60000 65536"/>
                            <a:gd name="T75" fmla="*/ 0 60000 65536"/>
                            <a:gd name="T76" fmla="*/ 0 60000 65536"/>
                            <a:gd name="T77" fmla="*/ 0 60000 65536"/>
                            <a:gd name="T78" fmla="*/ 0 60000 65536"/>
                            <a:gd name="T79" fmla="*/ 0 60000 65536"/>
                            <a:gd name="T80" fmla="*/ 0 60000 65536"/>
                            <a:gd name="T81" fmla="*/ 0 w 3394"/>
                            <a:gd name="T82" fmla="*/ 0 h 2221"/>
                            <a:gd name="T83" fmla="*/ 3394 w 3394"/>
                            <a:gd name="T84" fmla="*/ 2221 h 2221"/>
                          </a:gdLst>
                          <a:ahLst/>
                          <a:cxnLst>
                            <a:cxn ang="T54">
                              <a:pos x="T0" y="T1"/>
                            </a:cxn>
                            <a:cxn ang="T55">
                              <a:pos x="T2" y="T3"/>
                            </a:cxn>
                            <a:cxn ang="T56">
                              <a:pos x="T4" y="T5"/>
                            </a:cxn>
                            <a:cxn ang="T57">
                              <a:pos x="T6" y="T7"/>
                            </a:cxn>
                            <a:cxn ang="T58">
                              <a:pos x="T8" y="T9"/>
                            </a:cxn>
                            <a:cxn ang="T59">
                              <a:pos x="T10" y="T11"/>
                            </a:cxn>
                            <a:cxn ang="T60">
                              <a:pos x="T12" y="T13"/>
                            </a:cxn>
                            <a:cxn ang="T61">
                              <a:pos x="T14" y="T15"/>
                            </a:cxn>
                            <a:cxn ang="T62">
                              <a:pos x="T16" y="T17"/>
                            </a:cxn>
                            <a:cxn ang="T63">
                              <a:pos x="T18" y="T19"/>
                            </a:cxn>
                            <a:cxn ang="T64">
                              <a:pos x="T20" y="T21"/>
                            </a:cxn>
                            <a:cxn ang="T65">
                              <a:pos x="T22" y="T23"/>
                            </a:cxn>
                            <a:cxn ang="T66">
                              <a:pos x="T24" y="T25"/>
                            </a:cxn>
                            <a:cxn ang="T67">
                              <a:pos x="T26" y="T27"/>
                            </a:cxn>
                            <a:cxn ang="T68">
                              <a:pos x="T28" y="T29"/>
                            </a:cxn>
                            <a:cxn ang="T69">
                              <a:pos x="T30" y="T31"/>
                            </a:cxn>
                            <a:cxn ang="T70">
                              <a:pos x="T32" y="T33"/>
                            </a:cxn>
                            <a:cxn ang="T71">
                              <a:pos x="T34" y="T35"/>
                            </a:cxn>
                            <a:cxn ang="T72">
                              <a:pos x="T36" y="T37"/>
                            </a:cxn>
                            <a:cxn ang="T73">
                              <a:pos x="T38" y="T39"/>
                            </a:cxn>
                            <a:cxn ang="T74">
                              <a:pos x="T40" y="T41"/>
                            </a:cxn>
                            <a:cxn ang="T75">
                              <a:pos x="T42" y="T43"/>
                            </a:cxn>
                            <a:cxn ang="T76">
                              <a:pos x="T44" y="T45"/>
                            </a:cxn>
                            <a:cxn ang="T77">
                              <a:pos x="T46" y="T47"/>
                            </a:cxn>
                            <a:cxn ang="T78">
                              <a:pos x="T48" y="T49"/>
                            </a:cxn>
                            <a:cxn ang="T79">
                              <a:pos x="T50" y="T51"/>
                            </a:cxn>
                            <a:cxn ang="T80">
                              <a:pos x="T52" y="T53"/>
                            </a:cxn>
                          </a:cxnLst>
                          <a:rect l="T81" t="T82" r="T83" b="T84"/>
                          <a:pathLst>
                            <a:path w="3394" h="2221">
                              <a:moveTo>
                                <a:pt x="0" y="1612"/>
                              </a:moveTo>
                              <a:lnTo>
                                <a:pt x="1206" y="2221"/>
                              </a:lnTo>
                              <a:lnTo>
                                <a:pt x="1407" y="2022"/>
                              </a:lnTo>
                              <a:lnTo>
                                <a:pt x="1624" y="1831"/>
                              </a:lnTo>
                              <a:lnTo>
                                <a:pt x="1796" y="1679"/>
                              </a:lnTo>
                              <a:lnTo>
                                <a:pt x="1989" y="1524"/>
                              </a:lnTo>
                              <a:lnTo>
                                <a:pt x="2131" y="1409"/>
                              </a:lnTo>
                              <a:lnTo>
                                <a:pt x="2332" y="1267"/>
                              </a:lnTo>
                              <a:lnTo>
                                <a:pt x="2537" y="1118"/>
                              </a:lnTo>
                              <a:lnTo>
                                <a:pt x="2711" y="988"/>
                              </a:lnTo>
                              <a:lnTo>
                                <a:pt x="2868" y="881"/>
                              </a:lnTo>
                              <a:lnTo>
                                <a:pt x="3017" y="781"/>
                              </a:lnTo>
                              <a:lnTo>
                                <a:pt x="3195" y="667"/>
                              </a:lnTo>
                              <a:lnTo>
                                <a:pt x="3394" y="536"/>
                              </a:lnTo>
                              <a:lnTo>
                                <a:pt x="2308" y="0"/>
                              </a:lnTo>
                              <a:lnTo>
                                <a:pt x="2119" y="113"/>
                              </a:lnTo>
                              <a:lnTo>
                                <a:pt x="1927" y="229"/>
                              </a:lnTo>
                              <a:lnTo>
                                <a:pt x="1752" y="359"/>
                              </a:lnTo>
                              <a:lnTo>
                                <a:pt x="1610" y="472"/>
                              </a:lnTo>
                              <a:lnTo>
                                <a:pt x="1459" y="594"/>
                              </a:lnTo>
                              <a:lnTo>
                                <a:pt x="1312" y="723"/>
                              </a:lnTo>
                              <a:lnTo>
                                <a:pt x="1074" y="865"/>
                              </a:lnTo>
                              <a:lnTo>
                                <a:pt x="891" y="972"/>
                              </a:lnTo>
                              <a:lnTo>
                                <a:pt x="674" y="1110"/>
                              </a:lnTo>
                              <a:lnTo>
                                <a:pt x="473" y="1261"/>
                              </a:lnTo>
                              <a:lnTo>
                                <a:pt x="265" y="1414"/>
                              </a:lnTo>
                              <a:lnTo>
                                <a:pt x="0" y="1612"/>
                              </a:lnTo>
                              <a:close/>
                            </a:path>
                          </a:pathLst>
                        </a:custGeom>
                        <a:solidFill>
                          <a:srgbClr val="DFFFFF"/>
                        </a:solidFill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  <p:grpSp>
                  <p:nvGrpSpPr>
                    <p:cNvPr id="1117" name="Group 255"/>
                    <p:cNvGrpSpPr>
                      <a:grpSpLocks/>
                    </p:cNvGrpSpPr>
                    <p:nvPr/>
                  </p:nvGrpSpPr>
                  <p:grpSpPr bwMode="auto">
                    <a:xfrm>
                      <a:off x="2108" y="1498"/>
                      <a:ext cx="1553" cy="1019"/>
                      <a:chOff x="2108" y="1498"/>
                      <a:chExt cx="1553" cy="1019"/>
                    </a:xfrm>
                  </p:grpSpPr>
                  <p:grpSp>
                    <p:nvGrpSpPr>
                      <p:cNvPr id="1118" name="Group 256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108" y="2159"/>
                        <a:ext cx="166" cy="121"/>
                        <a:chOff x="2108" y="2159"/>
                        <a:chExt cx="166" cy="121"/>
                      </a:xfrm>
                    </p:grpSpPr>
                    <p:sp>
                      <p:nvSpPr>
                        <p:cNvPr id="1131" name="Line 25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108" y="2159"/>
                          <a:ext cx="133" cy="102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2" name="Line 258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141" y="2176"/>
                          <a:ext cx="133" cy="104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19" name="Group 259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589" y="2390"/>
                        <a:ext cx="157" cy="127"/>
                        <a:chOff x="2589" y="2390"/>
                        <a:chExt cx="157" cy="127"/>
                      </a:xfrm>
                    </p:grpSpPr>
                    <p:sp>
                      <p:nvSpPr>
                        <p:cNvPr id="1129" name="Line 260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589" y="2390"/>
                          <a:ext cx="116" cy="107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30" name="Line 261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V="1">
                          <a:off x="2629" y="2409"/>
                          <a:ext cx="117" cy="10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20" name="Group 262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505" y="1709"/>
                        <a:ext cx="156" cy="97"/>
                        <a:chOff x="3505" y="1709"/>
                        <a:chExt cx="156" cy="97"/>
                      </a:xfrm>
                    </p:grpSpPr>
                    <p:sp>
                      <p:nvSpPr>
                        <p:cNvPr id="1127" name="Line 263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3545" y="1728"/>
                          <a:ext cx="116" cy="78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8" name="Line 264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3505" y="1709"/>
                          <a:ext cx="116" cy="76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21" name="Group 265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3077" y="1498"/>
                        <a:ext cx="147" cy="89"/>
                        <a:chOff x="3077" y="1498"/>
                        <a:chExt cx="147" cy="89"/>
                      </a:xfrm>
                    </p:grpSpPr>
                    <p:sp>
                      <p:nvSpPr>
                        <p:cNvPr id="1125" name="Line 266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3077" y="1498"/>
                          <a:ext cx="115" cy="70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6" name="Line 267"/>
                        <p:cNvSpPr>
                          <a:spLocks noChangeShapeType="1"/>
                        </p:cNvSpPr>
                        <p:nvPr/>
                      </p:nvSpPr>
                      <p:spPr bwMode="auto">
                        <a:xfrm flipH="1">
                          <a:off x="3108" y="1516"/>
                          <a:ext cx="116" cy="71"/>
                        </a:xfrm>
                        <a:prstGeom prst="line">
                          <a:avLst/>
                        </a:pr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noFill/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grpSp>
                    <p:nvGrpSpPr>
                      <p:cNvPr id="1122" name="Group 268"/>
                      <p:cNvGrpSpPr>
                        <a:grpSpLocks/>
                      </p:cNvGrpSpPr>
                      <p:nvPr/>
                    </p:nvGrpSpPr>
                    <p:grpSpPr bwMode="auto">
                      <a:xfrm>
                        <a:off x="2752" y="1775"/>
                        <a:ext cx="414" cy="343"/>
                        <a:chOff x="2752" y="1775"/>
                        <a:chExt cx="414" cy="343"/>
                      </a:xfrm>
                    </p:grpSpPr>
                    <p:sp>
                      <p:nvSpPr>
                        <p:cNvPr id="1123" name="Arc 269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752" y="1850"/>
                          <a:ext cx="381" cy="268"/>
                        </a:xfrm>
                        <a:custGeom>
                          <a:avLst/>
                          <a:gdLst>
                            <a:gd name="T0" fmla="*/ 0 w 39903"/>
                            <a:gd name="T1" fmla="*/ 0 h 33614"/>
                            <a:gd name="T2" fmla="*/ 0 w 39903"/>
                            <a:gd name="T3" fmla="*/ 0 h 33614"/>
                            <a:gd name="T4" fmla="*/ 0 w 39903"/>
                            <a:gd name="T5" fmla="*/ 0 h 33614"/>
                            <a:gd name="T6" fmla="*/ 0 60000 65536"/>
                            <a:gd name="T7" fmla="*/ 0 60000 65536"/>
                            <a:gd name="T8" fmla="*/ 0 60000 65536"/>
                            <a:gd name="T9" fmla="*/ 0 w 39903"/>
                            <a:gd name="T10" fmla="*/ 0 h 33614"/>
                            <a:gd name="T11" fmla="*/ 39903 w 39903"/>
                            <a:gd name="T12" fmla="*/ 33614 h 33614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T9" t="T10" r="T11" b="T12"/>
                          <a:pathLst>
                            <a:path w="39903" h="33614" fill="none" extrusionOk="0">
                              <a:moveTo>
                                <a:pt x="39902" y="23483"/>
                              </a:moveTo>
                              <a:cubicBezTo>
                                <a:pt x="35953" y="29786"/>
                                <a:pt x="29038" y="33613"/>
                                <a:pt x="21600" y="33614"/>
                              </a:cubicBezTo>
                              <a:cubicBezTo>
                                <a:pt x="9670" y="33614"/>
                                <a:pt x="0" y="23943"/>
                                <a:pt x="0" y="12014"/>
                              </a:cubicBezTo>
                              <a:cubicBezTo>
                                <a:pt x="-1" y="7736"/>
                                <a:pt x="1270" y="3555"/>
                                <a:pt x="3649" y="0"/>
                              </a:cubicBezTo>
                            </a:path>
                            <a:path w="39903" h="33614" stroke="0" extrusionOk="0">
                              <a:moveTo>
                                <a:pt x="39902" y="23483"/>
                              </a:moveTo>
                              <a:cubicBezTo>
                                <a:pt x="35953" y="29786"/>
                                <a:pt x="29038" y="33613"/>
                                <a:pt x="21600" y="33614"/>
                              </a:cubicBezTo>
                              <a:cubicBezTo>
                                <a:pt x="9670" y="33614"/>
                                <a:pt x="0" y="23943"/>
                                <a:pt x="0" y="12014"/>
                              </a:cubicBezTo>
                              <a:cubicBezTo>
                                <a:pt x="-1" y="7736"/>
                                <a:pt x="1270" y="3555"/>
                                <a:pt x="3649" y="0"/>
                              </a:cubicBezTo>
                              <a:lnTo>
                                <a:pt x="21600" y="12014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1124" name="Arc 270"/>
                        <p:cNvSpPr>
                          <a:spLocks/>
                        </p:cNvSpPr>
                        <p:nvPr/>
                      </p:nvSpPr>
                      <p:spPr bwMode="auto">
                        <a:xfrm>
                          <a:off x="2786" y="1775"/>
                          <a:ext cx="380" cy="264"/>
                        </a:xfrm>
                        <a:custGeom>
                          <a:avLst/>
                          <a:gdLst>
                            <a:gd name="T0" fmla="*/ 0 w 39815"/>
                            <a:gd name="T1" fmla="*/ 0 h 33535"/>
                            <a:gd name="T2" fmla="*/ 0 w 39815"/>
                            <a:gd name="T3" fmla="*/ 0 h 33535"/>
                            <a:gd name="T4" fmla="*/ 0 w 39815"/>
                            <a:gd name="T5" fmla="*/ 0 h 33535"/>
                            <a:gd name="T6" fmla="*/ 0 60000 65536"/>
                            <a:gd name="T7" fmla="*/ 0 60000 65536"/>
                            <a:gd name="T8" fmla="*/ 0 60000 65536"/>
                            <a:gd name="T9" fmla="*/ 0 w 39815"/>
                            <a:gd name="T10" fmla="*/ 0 h 33535"/>
                            <a:gd name="T11" fmla="*/ 39815 w 39815"/>
                            <a:gd name="T12" fmla="*/ 33535 h 33535"/>
                          </a:gdLst>
                          <a:ahLst/>
                          <a:cxnLst>
                            <a:cxn ang="T6">
                              <a:pos x="T0" y="T1"/>
                            </a:cxn>
                            <a:cxn ang="T7">
                              <a:pos x="T2" y="T3"/>
                            </a:cxn>
                            <a:cxn ang="T8">
                              <a:pos x="T4" y="T5"/>
                            </a:cxn>
                          </a:cxnLst>
                          <a:rect l="T9" t="T10" r="T11" b="T12"/>
                          <a:pathLst>
                            <a:path w="39815" h="33535" fill="none" extrusionOk="0">
                              <a:moveTo>
                                <a:pt x="0" y="9990"/>
                              </a:moveTo>
                              <a:cubicBezTo>
                                <a:pt x="3966" y="3767"/>
                                <a:pt x="10835" y="-1"/>
                                <a:pt x="18215" y="0"/>
                              </a:cubicBezTo>
                              <a:cubicBezTo>
                                <a:pt x="30144" y="0"/>
                                <a:pt x="39815" y="9670"/>
                                <a:pt x="39815" y="21600"/>
                              </a:cubicBezTo>
                              <a:cubicBezTo>
                                <a:pt x="39815" y="25845"/>
                                <a:pt x="38563" y="29996"/>
                                <a:pt x="36218" y="33535"/>
                              </a:cubicBezTo>
                            </a:path>
                            <a:path w="39815" h="33535" stroke="0" extrusionOk="0">
                              <a:moveTo>
                                <a:pt x="0" y="9990"/>
                              </a:moveTo>
                              <a:cubicBezTo>
                                <a:pt x="3966" y="3767"/>
                                <a:pt x="10835" y="-1"/>
                                <a:pt x="18215" y="0"/>
                              </a:cubicBezTo>
                              <a:cubicBezTo>
                                <a:pt x="30144" y="0"/>
                                <a:pt x="39815" y="9670"/>
                                <a:pt x="39815" y="21600"/>
                              </a:cubicBezTo>
                              <a:cubicBezTo>
                                <a:pt x="39815" y="25845"/>
                                <a:pt x="38563" y="29996"/>
                                <a:pt x="36218" y="33535"/>
                              </a:cubicBezTo>
                              <a:lnTo>
                                <a:pt x="18215" y="21600"/>
                              </a:lnTo>
                              <a:close/>
                            </a:path>
                          </a:pathLst>
                        </a:custGeom>
                        <a:noFill/>
                        <a:ln w="12700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</p:grpSp>
              </p:grpSp>
              <p:sp>
                <p:nvSpPr>
                  <p:cNvPr id="1115" name="Freeform 271"/>
                  <p:cNvSpPr>
                    <a:spLocks/>
                  </p:cNvSpPr>
                  <p:nvPr/>
                </p:nvSpPr>
                <p:spPr bwMode="auto">
                  <a:xfrm>
                    <a:off x="2616" y="1758"/>
                    <a:ext cx="698" cy="1035"/>
                  </a:xfrm>
                  <a:custGeom>
                    <a:avLst/>
                    <a:gdLst>
                      <a:gd name="T0" fmla="*/ 0 w 1397"/>
                      <a:gd name="T1" fmla="*/ 0 h 2070"/>
                      <a:gd name="T2" fmla="*/ 43 w 1397"/>
                      <a:gd name="T3" fmla="*/ 22 h 2070"/>
                      <a:gd name="T4" fmla="*/ 43 w 1397"/>
                      <a:gd name="T5" fmla="*/ 65 h 2070"/>
                      <a:gd name="T6" fmla="*/ 0 60000 65536"/>
                      <a:gd name="T7" fmla="*/ 0 60000 65536"/>
                      <a:gd name="T8" fmla="*/ 0 60000 65536"/>
                      <a:gd name="T9" fmla="*/ 0 w 1397"/>
                      <a:gd name="T10" fmla="*/ 0 h 2070"/>
                      <a:gd name="T11" fmla="*/ 1397 w 1397"/>
                      <a:gd name="T12" fmla="*/ 2070 h 207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397" h="2070">
                        <a:moveTo>
                          <a:pt x="0" y="0"/>
                        </a:moveTo>
                        <a:lnTo>
                          <a:pt x="1397" y="723"/>
                        </a:lnTo>
                        <a:lnTo>
                          <a:pt x="1395" y="2070"/>
                        </a:lnTo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1113" name="Text Box 272"/>
                <p:cNvSpPr txBox="1">
                  <a:spLocks noChangeArrowheads="1"/>
                </p:cNvSpPr>
                <p:nvPr/>
              </p:nvSpPr>
              <p:spPr bwMode="auto">
                <a:xfrm>
                  <a:off x="1844" y="2794"/>
                  <a:ext cx="376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Funding</a:t>
                  </a:r>
                </a:p>
              </p:txBody>
            </p:sp>
          </p:grpSp>
          <p:grpSp>
            <p:nvGrpSpPr>
              <p:cNvPr id="1090" name="Group 273"/>
              <p:cNvGrpSpPr>
                <a:grpSpLocks/>
              </p:cNvGrpSpPr>
              <p:nvPr/>
            </p:nvGrpSpPr>
            <p:grpSpPr bwMode="auto">
              <a:xfrm>
                <a:off x="805" y="3528"/>
                <a:ext cx="524" cy="388"/>
                <a:chOff x="1606" y="3720"/>
                <a:chExt cx="524" cy="388"/>
              </a:xfrm>
            </p:grpSpPr>
            <p:grpSp>
              <p:nvGrpSpPr>
                <p:cNvPr id="1103" name="Group 274"/>
                <p:cNvGrpSpPr>
                  <a:grpSpLocks/>
                </p:cNvGrpSpPr>
                <p:nvPr/>
              </p:nvGrpSpPr>
              <p:grpSpPr bwMode="auto">
                <a:xfrm>
                  <a:off x="1626" y="3720"/>
                  <a:ext cx="504" cy="242"/>
                  <a:chOff x="2446" y="3588"/>
                  <a:chExt cx="504" cy="242"/>
                </a:xfrm>
              </p:grpSpPr>
              <p:sp>
                <p:nvSpPr>
                  <p:cNvPr id="1105" name="Freeform 275"/>
                  <p:cNvSpPr>
                    <a:spLocks/>
                  </p:cNvSpPr>
                  <p:nvPr/>
                </p:nvSpPr>
                <p:spPr bwMode="auto">
                  <a:xfrm>
                    <a:off x="2512" y="3713"/>
                    <a:ext cx="373" cy="54"/>
                  </a:xfrm>
                  <a:custGeom>
                    <a:avLst/>
                    <a:gdLst>
                      <a:gd name="T0" fmla="*/ 0 w 3888"/>
                      <a:gd name="T1" fmla="*/ 0 h 541"/>
                      <a:gd name="T2" fmla="*/ 0 w 3888"/>
                      <a:gd name="T3" fmla="*/ 0 h 541"/>
                      <a:gd name="T4" fmla="*/ 0 w 3888"/>
                      <a:gd name="T5" fmla="*/ 0 h 541"/>
                      <a:gd name="T6" fmla="*/ 0 w 3888"/>
                      <a:gd name="T7" fmla="*/ 0 h 541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888"/>
                      <a:gd name="T13" fmla="*/ 0 h 541"/>
                      <a:gd name="T14" fmla="*/ 3888 w 3888"/>
                      <a:gd name="T15" fmla="*/ 541 h 541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888" h="541">
                        <a:moveTo>
                          <a:pt x="0" y="540"/>
                        </a:moveTo>
                        <a:lnTo>
                          <a:pt x="0" y="0"/>
                        </a:lnTo>
                        <a:lnTo>
                          <a:pt x="3888" y="0"/>
                        </a:lnTo>
                        <a:lnTo>
                          <a:pt x="3888" y="541"/>
                        </a:lnTo>
                      </a:path>
                    </a:pathLst>
                  </a:cu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Line 276"/>
                  <p:cNvSpPr>
                    <a:spLocks noChangeShapeType="1"/>
                  </p:cNvSpPr>
                  <p:nvPr/>
                </p:nvSpPr>
                <p:spPr bwMode="auto">
                  <a:xfrm>
                    <a:off x="2702" y="3648"/>
                    <a:ext cx="0" cy="12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Rectangle 277"/>
                  <p:cNvSpPr>
                    <a:spLocks noChangeArrowheads="1"/>
                  </p:cNvSpPr>
                  <p:nvPr/>
                </p:nvSpPr>
                <p:spPr bwMode="auto">
                  <a:xfrm>
                    <a:off x="2632" y="3588"/>
                    <a:ext cx="132" cy="60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eaLnBrk="1" hangingPunct="1"/>
                    <a:endParaRPr lang="en-US" altLang="en-US"/>
                  </a:p>
                </p:txBody>
              </p:sp>
              <p:grpSp>
                <p:nvGrpSpPr>
                  <p:cNvPr id="1108" name="Group 278"/>
                  <p:cNvGrpSpPr>
                    <a:grpSpLocks/>
                  </p:cNvGrpSpPr>
                  <p:nvPr/>
                </p:nvGrpSpPr>
                <p:grpSpPr bwMode="auto">
                  <a:xfrm>
                    <a:off x="2446" y="3770"/>
                    <a:ext cx="504" cy="60"/>
                    <a:chOff x="2446" y="3770"/>
                    <a:chExt cx="504" cy="60"/>
                  </a:xfrm>
                </p:grpSpPr>
                <p:sp>
                  <p:nvSpPr>
                    <p:cNvPr id="1109" name="Rectangle 27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634" y="3770"/>
                      <a:ext cx="132" cy="6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/>
                      <a:endParaRPr lang="en-US" altLang="en-US"/>
                    </a:p>
                  </p:txBody>
                </p:sp>
                <p:sp>
                  <p:nvSpPr>
                    <p:cNvPr id="1110" name="Rectangle 28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818" y="3770"/>
                      <a:ext cx="132" cy="6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/>
                      <a:endParaRPr lang="en-US" altLang="en-US"/>
                    </a:p>
                  </p:txBody>
                </p:sp>
                <p:sp>
                  <p:nvSpPr>
                    <p:cNvPr id="1111" name="Rectangle 28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446" y="3770"/>
                      <a:ext cx="132" cy="60"/>
                    </a:xfrm>
                    <a:prstGeom prst="rect">
                      <a:avLst/>
                    </a:prstGeom>
                    <a:solidFill>
                      <a:schemeClr val="accent1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/>
                    <a:lstStyle>
                      <a:lvl1pPr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 eaLnBrk="0" hangingPunct="0"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eaLnBrk="1" hangingPunct="1"/>
                      <a:endParaRPr lang="en-US" altLang="en-US"/>
                    </a:p>
                  </p:txBody>
                </p:sp>
              </p:grpSp>
            </p:grpSp>
            <p:sp>
              <p:nvSpPr>
                <p:cNvPr id="1104" name="Text Box 282"/>
                <p:cNvSpPr txBox="1">
                  <a:spLocks noChangeArrowheads="1"/>
                </p:cNvSpPr>
                <p:nvPr/>
              </p:nvSpPr>
              <p:spPr bwMode="auto">
                <a:xfrm>
                  <a:off x="1606" y="3964"/>
                  <a:ext cx="52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Organization</a:t>
                  </a:r>
                </a:p>
              </p:txBody>
            </p:sp>
          </p:grpSp>
          <p:sp>
            <p:nvSpPr>
              <p:cNvPr id="1091" name="Text Box 283"/>
              <p:cNvSpPr txBox="1">
                <a:spLocks noChangeArrowheads="1"/>
              </p:cNvSpPr>
              <p:nvPr/>
            </p:nvSpPr>
            <p:spPr bwMode="auto">
              <a:xfrm>
                <a:off x="2203" y="3852"/>
                <a:ext cx="57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400" i="1">
                    <a:solidFill>
                      <a:srgbClr val="FF0000"/>
                    </a:solidFill>
                    <a:latin typeface="Benguiat Bk BT"/>
                  </a:rPr>
                  <a:t>Resources</a:t>
                </a:r>
                <a:endParaRPr lang="en-US" altLang="en-US" sz="1400" b="1">
                  <a:latin typeface="Benguiat Bk BT"/>
                </a:endParaRPr>
              </a:p>
            </p:txBody>
          </p:sp>
          <p:grpSp>
            <p:nvGrpSpPr>
              <p:cNvPr id="1092" name="Group 284"/>
              <p:cNvGrpSpPr>
                <a:grpSpLocks/>
              </p:cNvGrpSpPr>
              <p:nvPr/>
            </p:nvGrpSpPr>
            <p:grpSpPr bwMode="auto">
              <a:xfrm>
                <a:off x="3836" y="3482"/>
                <a:ext cx="484" cy="510"/>
                <a:chOff x="874" y="3506"/>
                <a:chExt cx="484" cy="510"/>
              </a:xfrm>
            </p:grpSpPr>
            <p:sp>
              <p:nvSpPr>
                <p:cNvPr id="1093" name="Text Box 285"/>
                <p:cNvSpPr txBox="1">
                  <a:spLocks noChangeArrowheads="1"/>
                </p:cNvSpPr>
                <p:nvPr/>
              </p:nvSpPr>
              <p:spPr bwMode="auto">
                <a:xfrm>
                  <a:off x="874" y="3872"/>
                  <a:ext cx="484" cy="1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r>
                    <a:rPr lang="en-US" altLang="en-US" sz="900" b="1">
                      <a:latin typeface="Times New Roman" panose="02020603050405020304" pitchFamily="18" charset="0"/>
                    </a:rPr>
                    <a:t>Curriculum</a:t>
                  </a:r>
                </a:p>
              </p:txBody>
            </p:sp>
            <p:grpSp>
              <p:nvGrpSpPr>
                <p:cNvPr id="1094" name="Group 286"/>
                <p:cNvGrpSpPr>
                  <a:grpSpLocks/>
                </p:cNvGrpSpPr>
                <p:nvPr/>
              </p:nvGrpSpPr>
              <p:grpSpPr bwMode="auto">
                <a:xfrm>
                  <a:off x="923" y="3506"/>
                  <a:ext cx="365" cy="387"/>
                  <a:chOff x="2595" y="1824"/>
                  <a:chExt cx="1087" cy="1075"/>
                </a:xfrm>
              </p:grpSpPr>
              <p:grpSp>
                <p:nvGrpSpPr>
                  <p:cNvPr id="1095" name="Group 287"/>
                  <p:cNvGrpSpPr>
                    <a:grpSpLocks/>
                  </p:cNvGrpSpPr>
                  <p:nvPr/>
                </p:nvGrpSpPr>
                <p:grpSpPr bwMode="auto">
                  <a:xfrm>
                    <a:off x="2759" y="1824"/>
                    <a:ext cx="923" cy="1075"/>
                    <a:chOff x="2759" y="1824"/>
                    <a:chExt cx="923" cy="1075"/>
                  </a:xfrm>
                </p:grpSpPr>
                <p:sp>
                  <p:nvSpPr>
                    <p:cNvPr id="1097" name="Freeform 288"/>
                    <p:cNvSpPr>
                      <a:spLocks/>
                    </p:cNvSpPr>
                    <p:nvPr/>
                  </p:nvSpPr>
                  <p:spPr bwMode="auto">
                    <a:xfrm>
                      <a:off x="3139" y="1835"/>
                      <a:ext cx="330" cy="184"/>
                    </a:xfrm>
                    <a:custGeom>
                      <a:avLst/>
                      <a:gdLst>
                        <a:gd name="T0" fmla="*/ 0 w 2641"/>
                        <a:gd name="T1" fmla="*/ 0 h 1468"/>
                        <a:gd name="T2" fmla="*/ 0 w 2641"/>
                        <a:gd name="T3" fmla="*/ 0 h 1468"/>
                        <a:gd name="T4" fmla="*/ 0 w 2641"/>
                        <a:gd name="T5" fmla="*/ 0 h 1468"/>
                        <a:gd name="T6" fmla="*/ 0 w 2641"/>
                        <a:gd name="T7" fmla="*/ 0 h 1468"/>
                        <a:gd name="T8" fmla="*/ 0 w 2641"/>
                        <a:gd name="T9" fmla="*/ 0 h 1468"/>
                        <a:gd name="T10" fmla="*/ 0 w 2641"/>
                        <a:gd name="T11" fmla="*/ 0 h 1468"/>
                        <a:gd name="T12" fmla="*/ 0 w 2641"/>
                        <a:gd name="T13" fmla="*/ 0 h 1468"/>
                        <a:gd name="T14" fmla="*/ 0 w 2641"/>
                        <a:gd name="T15" fmla="*/ 0 h 1468"/>
                        <a:gd name="T16" fmla="*/ 0 w 2641"/>
                        <a:gd name="T17" fmla="*/ 0 h 1468"/>
                        <a:gd name="T18" fmla="*/ 0 w 2641"/>
                        <a:gd name="T19" fmla="*/ 0 h 1468"/>
                        <a:gd name="T20" fmla="*/ 0 w 2641"/>
                        <a:gd name="T21" fmla="*/ 0 h 1468"/>
                        <a:gd name="T22" fmla="*/ 0 w 2641"/>
                        <a:gd name="T23" fmla="*/ 0 h 1468"/>
                        <a:gd name="T24" fmla="*/ 0 w 2641"/>
                        <a:gd name="T25" fmla="*/ 0 h 1468"/>
                        <a:gd name="T26" fmla="*/ 0 w 2641"/>
                        <a:gd name="T27" fmla="*/ 0 h 1468"/>
                        <a:gd name="T28" fmla="*/ 0 w 2641"/>
                        <a:gd name="T29" fmla="*/ 0 h 1468"/>
                        <a:gd name="T30" fmla="*/ 0 60000 65536"/>
                        <a:gd name="T31" fmla="*/ 0 60000 65536"/>
                        <a:gd name="T32" fmla="*/ 0 60000 65536"/>
                        <a:gd name="T33" fmla="*/ 0 60000 65536"/>
                        <a:gd name="T34" fmla="*/ 0 60000 65536"/>
                        <a:gd name="T35" fmla="*/ 0 60000 65536"/>
                        <a:gd name="T36" fmla="*/ 0 60000 65536"/>
                        <a:gd name="T37" fmla="*/ 0 60000 65536"/>
                        <a:gd name="T38" fmla="*/ 0 60000 65536"/>
                        <a:gd name="T39" fmla="*/ 0 60000 65536"/>
                        <a:gd name="T40" fmla="*/ 0 60000 65536"/>
                        <a:gd name="T41" fmla="*/ 0 60000 65536"/>
                        <a:gd name="T42" fmla="*/ 0 60000 65536"/>
                        <a:gd name="T43" fmla="*/ 0 60000 65536"/>
                        <a:gd name="T44" fmla="*/ 0 60000 65536"/>
                        <a:gd name="T45" fmla="*/ 0 w 2641"/>
                        <a:gd name="T46" fmla="*/ 0 h 1468"/>
                        <a:gd name="T47" fmla="*/ 2641 w 2641"/>
                        <a:gd name="T48" fmla="*/ 1468 h 1468"/>
                      </a:gdLst>
                      <a:ahLst/>
                      <a:cxnLst>
                        <a:cxn ang="T30">
                          <a:pos x="T0" y="T1"/>
                        </a:cxn>
                        <a:cxn ang="T31">
                          <a:pos x="T2" y="T3"/>
                        </a:cxn>
                        <a:cxn ang="T32">
                          <a:pos x="T4" y="T5"/>
                        </a:cxn>
                        <a:cxn ang="T33">
                          <a:pos x="T6" y="T7"/>
                        </a:cxn>
                        <a:cxn ang="T34">
                          <a:pos x="T8" y="T9"/>
                        </a:cxn>
                        <a:cxn ang="T35">
                          <a:pos x="T10" y="T11"/>
                        </a:cxn>
                        <a:cxn ang="T36">
                          <a:pos x="T12" y="T13"/>
                        </a:cxn>
                        <a:cxn ang="T37">
                          <a:pos x="T14" y="T15"/>
                        </a:cxn>
                        <a:cxn ang="T38">
                          <a:pos x="T16" y="T17"/>
                        </a:cxn>
                        <a:cxn ang="T39">
                          <a:pos x="T18" y="T19"/>
                        </a:cxn>
                        <a:cxn ang="T40">
                          <a:pos x="T20" y="T21"/>
                        </a:cxn>
                        <a:cxn ang="T41">
                          <a:pos x="T22" y="T23"/>
                        </a:cxn>
                        <a:cxn ang="T42">
                          <a:pos x="T24" y="T25"/>
                        </a:cxn>
                        <a:cxn ang="T43">
                          <a:pos x="T26" y="T27"/>
                        </a:cxn>
                        <a:cxn ang="T44">
                          <a:pos x="T28" y="T29"/>
                        </a:cxn>
                      </a:cxnLst>
                      <a:rect l="T45" t="T46" r="T47" b="T48"/>
                      <a:pathLst>
                        <a:path w="2641" h="1468">
                          <a:moveTo>
                            <a:pt x="1338" y="0"/>
                          </a:moveTo>
                          <a:lnTo>
                            <a:pt x="1178" y="382"/>
                          </a:lnTo>
                          <a:lnTo>
                            <a:pt x="426" y="252"/>
                          </a:lnTo>
                          <a:lnTo>
                            <a:pt x="160" y="417"/>
                          </a:lnTo>
                          <a:lnTo>
                            <a:pt x="0" y="711"/>
                          </a:lnTo>
                          <a:lnTo>
                            <a:pt x="68" y="964"/>
                          </a:lnTo>
                          <a:lnTo>
                            <a:pt x="492" y="1175"/>
                          </a:lnTo>
                          <a:lnTo>
                            <a:pt x="2222" y="1468"/>
                          </a:lnTo>
                          <a:lnTo>
                            <a:pt x="2189" y="1175"/>
                          </a:lnTo>
                          <a:lnTo>
                            <a:pt x="2316" y="922"/>
                          </a:lnTo>
                          <a:lnTo>
                            <a:pt x="2641" y="839"/>
                          </a:lnTo>
                          <a:lnTo>
                            <a:pt x="2549" y="627"/>
                          </a:lnTo>
                          <a:lnTo>
                            <a:pt x="1896" y="503"/>
                          </a:lnTo>
                          <a:lnTo>
                            <a:pt x="2056" y="210"/>
                          </a:lnTo>
                          <a:lnTo>
                            <a:pt x="1338" y="0"/>
                          </a:lnTo>
                          <a:close/>
                        </a:path>
                      </a:pathLst>
                    </a:custGeom>
                    <a:solidFill>
                      <a:srgbClr val="00EAFF"/>
                    </a:solidFill>
                    <a:ln w="0">
                      <a:solidFill>
                        <a:srgbClr val="00EAFF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8" name="Freeform 289"/>
                    <p:cNvSpPr>
                      <a:spLocks/>
                    </p:cNvSpPr>
                    <p:nvPr/>
                  </p:nvSpPr>
                  <p:spPr bwMode="auto">
                    <a:xfrm>
                      <a:off x="3151" y="1887"/>
                      <a:ext cx="261" cy="85"/>
                    </a:xfrm>
                    <a:custGeom>
                      <a:avLst/>
                      <a:gdLst>
                        <a:gd name="T0" fmla="*/ 0 w 2088"/>
                        <a:gd name="T1" fmla="*/ 0 h 676"/>
                        <a:gd name="T2" fmla="*/ 0 w 2088"/>
                        <a:gd name="T3" fmla="*/ 0 h 676"/>
                        <a:gd name="T4" fmla="*/ 0 w 2088"/>
                        <a:gd name="T5" fmla="*/ 0 h 676"/>
                        <a:gd name="T6" fmla="*/ 0 w 2088"/>
                        <a:gd name="T7" fmla="*/ 0 h 676"/>
                        <a:gd name="T8" fmla="*/ 0 w 2088"/>
                        <a:gd name="T9" fmla="*/ 0 h 676"/>
                        <a:gd name="T10" fmla="*/ 0 w 2088"/>
                        <a:gd name="T11" fmla="*/ 0 h 676"/>
                        <a:gd name="T12" fmla="*/ 0 w 2088"/>
                        <a:gd name="T13" fmla="*/ 0 h 676"/>
                        <a:gd name="T14" fmla="*/ 0 w 2088"/>
                        <a:gd name="T15" fmla="*/ 0 h 676"/>
                        <a:gd name="T16" fmla="*/ 0 w 2088"/>
                        <a:gd name="T17" fmla="*/ 0 h 676"/>
                        <a:gd name="T18" fmla="*/ 0 w 2088"/>
                        <a:gd name="T19" fmla="*/ 0 h 676"/>
                        <a:gd name="T20" fmla="*/ 0 w 2088"/>
                        <a:gd name="T21" fmla="*/ 0 h 676"/>
                        <a:gd name="T22" fmla="*/ 0 w 2088"/>
                        <a:gd name="T23" fmla="*/ 0 h 676"/>
                        <a:gd name="T24" fmla="*/ 0 w 2088"/>
                        <a:gd name="T25" fmla="*/ 0 h 676"/>
                        <a:gd name="T26" fmla="*/ 0 w 2088"/>
                        <a:gd name="T27" fmla="*/ 0 h 676"/>
                        <a:gd name="T28" fmla="*/ 0 w 2088"/>
                        <a:gd name="T29" fmla="*/ 0 h 676"/>
                        <a:gd name="T30" fmla="*/ 0 w 2088"/>
                        <a:gd name="T31" fmla="*/ 0 h 676"/>
                        <a:gd name="T32" fmla="*/ 0 w 2088"/>
                        <a:gd name="T33" fmla="*/ 0 h 676"/>
                        <a:gd name="T34" fmla="*/ 0 w 2088"/>
                        <a:gd name="T35" fmla="*/ 0 h 676"/>
                        <a:gd name="T36" fmla="*/ 0 w 2088"/>
                        <a:gd name="T37" fmla="*/ 0 h 676"/>
                        <a:gd name="T38" fmla="*/ 0 w 2088"/>
                        <a:gd name="T39" fmla="*/ 0 h 676"/>
                        <a:gd name="T40" fmla="*/ 0 w 2088"/>
                        <a:gd name="T41" fmla="*/ 0 h 676"/>
                        <a:gd name="T42" fmla="*/ 0 60000 65536"/>
                        <a:gd name="T43" fmla="*/ 0 60000 65536"/>
                        <a:gd name="T44" fmla="*/ 0 60000 65536"/>
                        <a:gd name="T45" fmla="*/ 0 60000 65536"/>
                        <a:gd name="T46" fmla="*/ 0 60000 65536"/>
                        <a:gd name="T47" fmla="*/ 0 60000 65536"/>
                        <a:gd name="T48" fmla="*/ 0 60000 65536"/>
                        <a:gd name="T49" fmla="*/ 0 60000 65536"/>
                        <a:gd name="T50" fmla="*/ 0 60000 65536"/>
                        <a:gd name="T51" fmla="*/ 0 60000 65536"/>
                        <a:gd name="T52" fmla="*/ 0 60000 65536"/>
                        <a:gd name="T53" fmla="*/ 0 60000 65536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w 2088"/>
                        <a:gd name="T64" fmla="*/ 0 h 676"/>
                        <a:gd name="T65" fmla="*/ 2088 w 2088"/>
                        <a:gd name="T66" fmla="*/ 676 h 676"/>
                      </a:gdLst>
                      <a:ahLst/>
                      <a:cxnLst>
                        <a:cxn ang="T42">
                          <a:pos x="T0" y="T1"/>
                        </a:cxn>
                        <a:cxn ang="T43">
                          <a:pos x="T2" y="T3"/>
                        </a:cxn>
                        <a:cxn ang="T44">
                          <a:pos x="T4" y="T5"/>
                        </a:cxn>
                        <a:cxn ang="T45">
                          <a:pos x="T6" y="T7"/>
                        </a:cxn>
                        <a:cxn ang="T46">
                          <a:pos x="T8" y="T9"/>
                        </a:cxn>
                        <a:cxn ang="T47">
                          <a:pos x="T10" y="T11"/>
                        </a:cxn>
                        <a:cxn ang="T48">
                          <a:pos x="T12" y="T13"/>
                        </a:cxn>
                        <a:cxn ang="T49">
                          <a:pos x="T14" y="T15"/>
                        </a:cxn>
                        <a:cxn ang="T50">
                          <a:pos x="T16" y="T17"/>
                        </a:cxn>
                        <a:cxn ang="T51">
                          <a:pos x="T18" y="T19"/>
                        </a:cxn>
                        <a:cxn ang="T52">
                          <a:pos x="T20" y="T21"/>
                        </a:cxn>
                        <a:cxn ang="T53">
                          <a:pos x="T22" y="T23"/>
                        </a:cxn>
                        <a:cxn ang="T54">
                          <a:pos x="T24" y="T25"/>
                        </a:cxn>
                        <a:cxn ang="T55">
                          <a:pos x="T26" y="T27"/>
                        </a:cxn>
                        <a:cxn ang="T56">
                          <a:pos x="T28" y="T29"/>
                        </a:cxn>
                        <a:cxn ang="T57">
                          <a:pos x="T30" y="T31"/>
                        </a:cxn>
                        <a:cxn ang="T58">
                          <a:pos x="T32" y="T33"/>
                        </a:cxn>
                        <a:cxn ang="T59">
                          <a:pos x="T34" y="T35"/>
                        </a:cxn>
                        <a:cxn ang="T60">
                          <a:pos x="T36" y="T37"/>
                        </a:cxn>
                        <a:cxn ang="T61">
                          <a:pos x="T38" y="T39"/>
                        </a:cxn>
                        <a:cxn ang="T62">
                          <a:pos x="T40" y="T41"/>
                        </a:cxn>
                      </a:cxnLst>
                      <a:rect l="T63" t="T64" r="T65" b="T66"/>
                      <a:pathLst>
                        <a:path w="2088" h="676">
                          <a:moveTo>
                            <a:pt x="59" y="0"/>
                          </a:moveTo>
                          <a:lnTo>
                            <a:pt x="2088" y="382"/>
                          </a:lnTo>
                          <a:lnTo>
                            <a:pt x="1923" y="505"/>
                          </a:lnTo>
                          <a:lnTo>
                            <a:pt x="1821" y="676"/>
                          </a:lnTo>
                          <a:lnTo>
                            <a:pt x="1729" y="547"/>
                          </a:lnTo>
                          <a:lnTo>
                            <a:pt x="1630" y="630"/>
                          </a:lnTo>
                          <a:lnTo>
                            <a:pt x="1529" y="505"/>
                          </a:lnTo>
                          <a:lnTo>
                            <a:pt x="1336" y="547"/>
                          </a:lnTo>
                          <a:lnTo>
                            <a:pt x="1272" y="466"/>
                          </a:lnTo>
                          <a:lnTo>
                            <a:pt x="1077" y="505"/>
                          </a:lnTo>
                          <a:lnTo>
                            <a:pt x="1010" y="422"/>
                          </a:lnTo>
                          <a:lnTo>
                            <a:pt x="846" y="466"/>
                          </a:lnTo>
                          <a:lnTo>
                            <a:pt x="777" y="382"/>
                          </a:lnTo>
                          <a:lnTo>
                            <a:pt x="617" y="466"/>
                          </a:lnTo>
                          <a:lnTo>
                            <a:pt x="553" y="340"/>
                          </a:lnTo>
                          <a:lnTo>
                            <a:pt x="391" y="382"/>
                          </a:lnTo>
                          <a:lnTo>
                            <a:pt x="360" y="254"/>
                          </a:lnTo>
                          <a:lnTo>
                            <a:pt x="127" y="340"/>
                          </a:lnTo>
                          <a:lnTo>
                            <a:pt x="94" y="210"/>
                          </a:lnTo>
                          <a:lnTo>
                            <a:pt x="0" y="129"/>
                          </a:lnTo>
                          <a:lnTo>
                            <a:pt x="59" y="0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0">
                      <a:solidFill>
                        <a:srgbClr val="FFFFFF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099" name="Freeform 290"/>
                    <p:cNvSpPr>
                      <a:spLocks/>
                    </p:cNvSpPr>
                    <p:nvPr/>
                  </p:nvSpPr>
                  <p:spPr bwMode="auto">
                    <a:xfrm>
                      <a:off x="2865" y="2538"/>
                      <a:ext cx="523" cy="272"/>
                    </a:xfrm>
                    <a:custGeom>
                      <a:avLst/>
                      <a:gdLst>
                        <a:gd name="T0" fmla="*/ 0 w 4177"/>
                        <a:gd name="T1" fmla="*/ 0 h 2181"/>
                        <a:gd name="T2" fmla="*/ 0 w 4177"/>
                        <a:gd name="T3" fmla="*/ 0 h 2181"/>
                        <a:gd name="T4" fmla="*/ 0 w 4177"/>
                        <a:gd name="T5" fmla="*/ 0 h 2181"/>
                        <a:gd name="T6" fmla="*/ 0 w 4177"/>
                        <a:gd name="T7" fmla="*/ 0 h 2181"/>
                        <a:gd name="T8" fmla="*/ 0 w 4177"/>
                        <a:gd name="T9" fmla="*/ 0 h 218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4177"/>
                        <a:gd name="T16" fmla="*/ 0 h 2181"/>
                        <a:gd name="T17" fmla="*/ 4177 w 4177"/>
                        <a:gd name="T18" fmla="*/ 2181 h 218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4177" h="2181">
                          <a:moveTo>
                            <a:pt x="0" y="1215"/>
                          </a:moveTo>
                          <a:lnTo>
                            <a:pt x="2872" y="1805"/>
                          </a:lnTo>
                          <a:lnTo>
                            <a:pt x="4177" y="0"/>
                          </a:lnTo>
                          <a:lnTo>
                            <a:pt x="2805" y="2181"/>
                          </a:lnTo>
                          <a:lnTo>
                            <a:pt x="0" y="1215"/>
                          </a:lnTo>
                          <a:close/>
                        </a:path>
                      </a:pathLst>
                    </a:custGeom>
                    <a:solidFill>
                      <a:srgbClr val="FFFFFF"/>
                    </a:solidFill>
                    <a:ln w="0">
                      <a:solidFill>
                        <a:srgbClr val="FFFFFF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0" name="Freeform 291"/>
                    <p:cNvSpPr>
                      <a:spLocks/>
                    </p:cNvSpPr>
                    <p:nvPr/>
                  </p:nvSpPr>
                  <p:spPr bwMode="auto">
                    <a:xfrm>
                      <a:off x="2952" y="1824"/>
                      <a:ext cx="700" cy="337"/>
                    </a:xfrm>
                    <a:custGeom>
                      <a:avLst/>
                      <a:gdLst>
                        <a:gd name="T0" fmla="*/ 0 w 5602"/>
                        <a:gd name="T1" fmla="*/ 0 h 2694"/>
                        <a:gd name="T2" fmla="*/ 0 w 5602"/>
                        <a:gd name="T3" fmla="*/ 0 h 2694"/>
                        <a:gd name="T4" fmla="*/ 0 w 5602"/>
                        <a:gd name="T5" fmla="*/ 0 h 2694"/>
                        <a:gd name="T6" fmla="*/ 0 w 5602"/>
                        <a:gd name="T7" fmla="*/ 0 h 2694"/>
                        <a:gd name="T8" fmla="*/ 0 w 5602"/>
                        <a:gd name="T9" fmla="*/ 0 h 2694"/>
                        <a:gd name="T10" fmla="*/ 0 w 5602"/>
                        <a:gd name="T11" fmla="*/ 0 h 2694"/>
                        <a:gd name="T12" fmla="*/ 0 w 5602"/>
                        <a:gd name="T13" fmla="*/ 0 h 2694"/>
                        <a:gd name="T14" fmla="*/ 0 w 5602"/>
                        <a:gd name="T15" fmla="*/ 0 h 2694"/>
                        <a:gd name="T16" fmla="*/ 0 w 5602"/>
                        <a:gd name="T17" fmla="*/ 0 h 2694"/>
                        <a:gd name="T18" fmla="*/ 0 w 5602"/>
                        <a:gd name="T19" fmla="*/ 0 h 2694"/>
                        <a:gd name="T20" fmla="*/ 0 w 5602"/>
                        <a:gd name="T21" fmla="*/ 0 h 2694"/>
                        <a:gd name="T22" fmla="*/ 0 w 5602"/>
                        <a:gd name="T23" fmla="*/ 0 h 2694"/>
                        <a:gd name="T24" fmla="*/ 0 w 5602"/>
                        <a:gd name="T25" fmla="*/ 0 h 2694"/>
                        <a:gd name="T26" fmla="*/ 0 w 5602"/>
                        <a:gd name="T27" fmla="*/ 0 h 2694"/>
                        <a:gd name="T28" fmla="*/ 0 w 5602"/>
                        <a:gd name="T29" fmla="*/ 0 h 2694"/>
                        <a:gd name="T30" fmla="*/ 0 w 5602"/>
                        <a:gd name="T31" fmla="*/ 0 h 2694"/>
                        <a:gd name="T32" fmla="*/ 0 w 5602"/>
                        <a:gd name="T33" fmla="*/ 0 h 2694"/>
                        <a:gd name="T34" fmla="*/ 0 w 5602"/>
                        <a:gd name="T35" fmla="*/ 0 h 2694"/>
                        <a:gd name="T36" fmla="*/ 0 w 5602"/>
                        <a:gd name="T37" fmla="*/ 0 h 2694"/>
                        <a:gd name="T38" fmla="*/ 0 w 5602"/>
                        <a:gd name="T39" fmla="*/ 0 h 2694"/>
                        <a:gd name="T40" fmla="*/ 0 w 5602"/>
                        <a:gd name="T41" fmla="*/ 0 h 2694"/>
                        <a:gd name="T42" fmla="*/ 0 w 5602"/>
                        <a:gd name="T43" fmla="*/ 0 h 2694"/>
                        <a:gd name="T44" fmla="*/ 0 w 5602"/>
                        <a:gd name="T45" fmla="*/ 0 h 2694"/>
                        <a:gd name="T46" fmla="*/ 0 w 5602"/>
                        <a:gd name="T47" fmla="*/ 0 h 2694"/>
                        <a:gd name="T48" fmla="*/ 0 w 5602"/>
                        <a:gd name="T49" fmla="*/ 0 h 2694"/>
                        <a:gd name="T50" fmla="*/ 0 w 5602"/>
                        <a:gd name="T51" fmla="*/ 0 h 2694"/>
                        <a:gd name="T52" fmla="*/ 0 w 5602"/>
                        <a:gd name="T53" fmla="*/ 0 h 2694"/>
                        <a:gd name="T54" fmla="*/ 0 w 5602"/>
                        <a:gd name="T55" fmla="*/ 0 h 2694"/>
                        <a:gd name="T56" fmla="*/ 0 w 5602"/>
                        <a:gd name="T57" fmla="*/ 0 h 2694"/>
                        <a:gd name="T58" fmla="*/ 0 w 5602"/>
                        <a:gd name="T59" fmla="*/ 0 h 2694"/>
                        <a:gd name="T60" fmla="*/ 0 w 5602"/>
                        <a:gd name="T61" fmla="*/ 0 h 2694"/>
                        <a:gd name="T62" fmla="*/ 0 w 5602"/>
                        <a:gd name="T63" fmla="*/ 0 h 2694"/>
                        <a:gd name="T64" fmla="*/ 0 w 5602"/>
                        <a:gd name="T65" fmla="*/ 0 h 2694"/>
                        <a:gd name="T66" fmla="*/ 0 w 5602"/>
                        <a:gd name="T67" fmla="*/ 0 h 2694"/>
                        <a:gd name="T68" fmla="*/ 0 w 5602"/>
                        <a:gd name="T69" fmla="*/ 0 h 2694"/>
                        <a:gd name="T70" fmla="*/ 0 w 5602"/>
                        <a:gd name="T71" fmla="*/ 0 h 2694"/>
                        <a:gd name="T72" fmla="*/ 0 w 5602"/>
                        <a:gd name="T73" fmla="*/ 0 h 2694"/>
                        <a:gd name="T74" fmla="*/ 0 w 5602"/>
                        <a:gd name="T75" fmla="*/ 0 h 2694"/>
                        <a:gd name="T76" fmla="*/ 0 w 5602"/>
                        <a:gd name="T77" fmla="*/ 0 h 2694"/>
                        <a:gd name="T78" fmla="*/ 0 w 5602"/>
                        <a:gd name="T79" fmla="*/ 0 h 2694"/>
                        <a:gd name="T80" fmla="*/ 0 w 5602"/>
                        <a:gd name="T81" fmla="*/ 0 h 2694"/>
                        <a:gd name="T82" fmla="*/ 0 w 5602"/>
                        <a:gd name="T83" fmla="*/ 0 h 2694"/>
                        <a:gd name="T84" fmla="*/ 0 w 5602"/>
                        <a:gd name="T85" fmla="*/ 0 h 2694"/>
                        <a:gd name="T86" fmla="*/ 0 w 5602"/>
                        <a:gd name="T87" fmla="*/ 0 h 2694"/>
                        <a:gd name="T88" fmla="*/ 0 w 5602"/>
                        <a:gd name="T89" fmla="*/ 0 h 2694"/>
                        <a:gd name="T90" fmla="*/ 0 w 5602"/>
                        <a:gd name="T91" fmla="*/ 0 h 2694"/>
                        <a:gd name="T92" fmla="*/ 0 w 5602"/>
                        <a:gd name="T93" fmla="*/ 0 h 2694"/>
                        <a:gd name="T94" fmla="*/ 0 60000 65536"/>
                        <a:gd name="T95" fmla="*/ 0 60000 65536"/>
                        <a:gd name="T96" fmla="*/ 0 60000 65536"/>
                        <a:gd name="T97" fmla="*/ 0 60000 65536"/>
                        <a:gd name="T98" fmla="*/ 0 60000 65536"/>
                        <a:gd name="T99" fmla="*/ 0 60000 65536"/>
                        <a:gd name="T100" fmla="*/ 0 60000 65536"/>
                        <a:gd name="T101" fmla="*/ 0 60000 65536"/>
                        <a:gd name="T102" fmla="*/ 0 60000 65536"/>
                        <a:gd name="T103" fmla="*/ 0 60000 65536"/>
                        <a:gd name="T104" fmla="*/ 0 60000 65536"/>
                        <a:gd name="T105" fmla="*/ 0 60000 65536"/>
                        <a:gd name="T106" fmla="*/ 0 60000 65536"/>
                        <a:gd name="T107" fmla="*/ 0 60000 65536"/>
                        <a:gd name="T108" fmla="*/ 0 60000 65536"/>
                        <a:gd name="T109" fmla="*/ 0 60000 65536"/>
                        <a:gd name="T110" fmla="*/ 0 60000 65536"/>
                        <a:gd name="T111" fmla="*/ 0 60000 65536"/>
                        <a:gd name="T112" fmla="*/ 0 60000 65536"/>
                        <a:gd name="T113" fmla="*/ 0 60000 65536"/>
                        <a:gd name="T114" fmla="*/ 0 60000 65536"/>
                        <a:gd name="T115" fmla="*/ 0 60000 65536"/>
                        <a:gd name="T116" fmla="*/ 0 60000 65536"/>
                        <a:gd name="T117" fmla="*/ 0 60000 65536"/>
                        <a:gd name="T118" fmla="*/ 0 60000 65536"/>
                        <a:gd name="T119" fmla="*/ 0 60000 65536"/>
                        <a:gd name="T120" fmla="*/ 0 60000 65536"/>
                        <a:gd name="T121" fmla="*/ 0 60000 65536"/>
                        <a:gd name="T122" fmla="*/ 0 60000 65536"/>
                        <a:gd name="T123" fmla="*/ 0 60000 65536"/>
                        <a:gd name="T124" fmla="*/ 0 60000 65536"/>
                        <a:gd name="T125" fmla="*/ 0 60000 65536"/>
                        <a:gd name="T126" fmla="*/ 0 60000 65536"/>
                        <a:gd name="T127" fmla="*/ 0 60000 65536"/>
                        <a:gd name="T128" fmla="*/ 0 60000 65536"/>
                        <a:gd name="T129" fmla="*/ 0 60000 65536"/>
                        <a:gd name="T130" fmla="*/ 0 60000 65536"/>
                        <a:gd name="T131" fmla="*/ 0 60000 65536"/>
                        <a:gd name="T132" fmla="*/ 0 60000 65536"/>
                        <a:gd name="T133" fmla="*/ 0 60000 65536"/>
                        <a:gd name="T134" fmla="*/ 0 60000 65536"/>
                        <a:gd name="T135" fmla="*/ 0 60000 65536"/>
                        <a:gd name="T136" fmla="*/ 0 60000 65536"/>
                        <a:gd name="T137" fmla="*/ 0 60000 65536"/>
                        <a:gd name="T138" fmla="*/ 0 60000 65536"/>
                        <a:gd name="T139" fmla="*/ 0 60000 65536"/>
                        <a:gd name="T140" fmla="*/ 0 60000 65536"/>
                        <a:gd name="T141" fmla="*/ 0 w 5602"/>
                        <a:gd name="T142" fmla="*/ 0 h 2694"/>
                        <a:gd name="T143" fmla="*/ 5602 w 5602"/>
                        <a:gd name="T144" fmla="*/ 2694 h 2694"/>
                      </a:gdLst>
                      <a:ahLst/>
                      <a:cxnLst>
                        <a:cxn ang="T94">
                          <a:pos x="T0" y="T1"/>
                        </a:cxn>
                        <a:cxn ang="T95">
                          <a:pos x="T2" y="T3"/>
                        </a:cxn>
                        <a:cxn ang="T96">
                          <a:pos x="T4" y="T5"/>
                        </a:cxn>
                        <a:cxn ang="T97">
                          <a:pos x="T6" y="T7"/>
                        </a:cxn>
                        <a:cxn ang="T98">
                          <a:pos x="T8" y="T9"/>
                        </a:cxn>
                        <a:cxn ang="T99">
                          <a:pos x="T10" y="T11"/>
                        </a:cxn>
                        <a:cxn ang="T100">
                          <a:pos x="T12" y="T13"/>
                        </a:cxn>
                        <a:cxn ang="T101">
                          <a:pos x="T14" y="T15"/>
                        </a:cxn>
                        <a:cxn ang="T102">
                          <a:pos x="T16" y="T17"/>
                        </a:cxn>
                        <a:cxn ang="T103">
                          <a:pos x="T18" y="T19"/>
                        </a:cxn>
                        <a:cxn ang="T104">
                          <a:pos x="T20" y="T21"/>
                        </a:cxn>
                        <a:cxn ang="T105">
                          <a:pos x="T22" y="T23"/>
                        </a:cxn>
                        <a:cxn ang="T106">
                          <a:pos x="T24" y="T25"/>
                        </a:cxn>
                        <a:cxn ang="T107">
                          <a:pos x="T26" y="T27"/>
                        </a:cxn>
                        <a:cxn ang="T108">
                          <a:pos x="T28" y="T29"/>
                        </a:cxn>
                        <a:cxn ang="T109">
                          <a:pos x="T30" y="T31"/>
                        </a:cxn>
                        <a:cxn ang="T110">
                          <a:pos x="T32" y="T33"/>
                        </a:cxn>
                        <a:cxn ang="T111">
                          <a:pos x="T34" y="T35"/>
                        </a:cxn>
                        <a:cxn ang="T112">
                          <a:pos x="T36" y="T37"/>
                        </a:cxn>
                        <a:cxn ang="T113">
                          <a:pos x="T38" y="T39"/>
                        </a:cxn>
                        <a:cxn ang="T114">
                          <a:pos x="T40" y="T41"/>
                        </a:cxn>
                        <a:cxn ang="T115">
                          <a:pos x="T42" y="T43"/>
                        </a:cxn>
                        <a:cxn ang="T116">
                          <a:pos x="T44" y="T45"/>
                        </a:cxn>
                        <a:cxn ang="T117">
                          <a:pos x="T46" y="T47"/>
                        </a:cxn>
                        <a:cxn ang="T118">
                          <a:pos x="T48" y="T49"/>
                        </a:cxn>
                        <a:cxn ang="T119">
                          <a:pos x="T50" y="T51"/>
                        </a:cxn>
                        <a:cxn ang="T120">
                          <a:pos x="T52" y="T53"/>
                        </a:cxn>
                        <a:cxn ang="T121">
                          <a:pos x="T54" y="T55"/>
                        </a:cxn>
                        <a:cxn ang="T122">
                          <a:pos x="T56" y="T57"/>
                        </a:cxn>
                        <a:cxn ang="T123">
                          <a:pos x="T58" y="T59"/>
                        </a:cxn>
                        <a:cxn ang="T124">
                          <a:pos x="T60" y="T61"/>
                        </a:cxn>
                        <a:cxn ang="T125">
                          <a:pos x="T62" y="T63"/>
                        </a:cxn>
                        <a:cxn ang="T126">
                          <a:pos x="T64" y="T65"/>
                        </a:cxn>
                        <a:cxn ang="T127">
                          <a:pos x="T66" y="T67"/>
                        </a:cxn>
                        <a:cxn ang="T128">
                          <a:pos x="T68" y="T69"/>
                        </a:cxn>
                        <a:cxn ang="T129">
                          <a:pos x="T70" y="T71"/>
                        </a:cxn>
                        <a:cxn ang="T130">
                          <a:pos x="T72" y="T73"/>
                        </a:cxn>
                        <a:cxn ang="T131">
                          <a:pos x="T74" y="T75"/>
                        </a:cxn>
                        <a:cxn ang="T132">
                          <a:pos x="T76" y="T77"/>
                        </a:cxn>
                        <a:cxn ang="T133">
                          <a:pos x="T78" y="T79"/>
                        </a:cxn>
                        <a:cxn ang="T134">
                          <a:pos x="T80" y="T81"/>
                        </a:cxn>
                        <a:cxn ang="T135">
                          <a:pos x="T82" y="T83"/>
                        </a:cxn>
                        <a:cxn ang="T136">
                          <a:pos x="T84" y="T85"/>
                        </a:cxn>
                        <a:cxn ang="T137">
                          <a:pos x="T86" y="T87"/>
                        </a:cxn>
                        <a:cxn ang="T138">
                          <a:pos x="T88" y="T89"/>
                        </a:cxn>
                        <a:cxn ang="T139">
                          <a:pos x="T90" y="T91"/>
                        </a:cxn>
                        <a:cxn ang="T140">
                          <a:pos x="T92" y="T93"/>
                        </a:cxn>
                      </a:cxnLst>
                      <a:rect l="T141" t="T142" r="T143" b="T144"/>
                      <a:pathLst>
                        <a:path w="5602" h="2694">
                          <a:moveTo>
                            <a:pt x="0" y="2694"/>
                          </a:moveTo>
                          <a:lnTo>
                            <a:pt x="459" y="2104"/>
                          </a:lnTo>
                          <a:lnTo>
                            <a:pt x="685" y="1418"/>
                          </a:lnTo>
                          <a:lnTo>
                            <a:pt x="770" y="1023"/>
                          </a:lnTo>
                          <a:lnTo>
                            <a:pt x="846" y="531"/>
                          </a:lnTo>
                          <a:lnTo>
                            <a:pt x="1471" y="713"/>
                          </a:lnTo>
                          <a:lnTo>
                            <a:pt x="1686" y="432"/>
                          </a:lnTo>
                          <a:lnTo>
                            <a:pt x="1923" y="337"/>
                          </a:lnTo>
                          <a:lnTo>
                            <a:pt x="2688" y="425"/>
                          </a:lnTo>
                          <a:lnTo>
                            <a:pt x="2820" y="50"/>
                          </a:lnTo>
                          <a:lnTo>
                            <a:pt x="3218" y="0"/>
                          </a:lnTo>
                          <a:lnTo>
                            <a:pt x="3503" y="83"/>
                          </a:lnTo>
                          <a:lnTo>
                            <a:pt x="3686" y="337"/>
                          </a:lnTo>
                          <a:lnTo>
                            <a:pt x="3613" y="630"/>
                          </a:lnTo>
                          <a:lnTo>
                            <a:pt x="4332" y="757"/>
                          </a:lnTo>
                          <a:lnTo>
                            <a:pt x="4459" y="1049"/>
                          </a:lnTo>
                          <a:lnTo>
                            <a:pt x="4459" y="1221"/>
                          </a:lnTo>
                          <a:lnTo>
                            <a:pt x="5294" y="1316"/>
                          </a:lnTo>
                          <a:lnTo>
                            <a:pt x="5602" y="1316"/>
                          </a:lnTo>
                          <a:lnTo>
                            <a:pt x="4487" y="1304"/>
                          </a:lnTo>
                          <a:lnTo>
                            <a:pt x="3806" y="1137"/>
                          </a:lnTo>
                          <a:lnTo>
                            <a:pt x="3686" y="1418"/>
                          </a:lnTo>
                          <a:lnTo>
                            <a:pt x="3914" y="1515"/>
                          </a:lnTo>
                          <a:lnTo>
                            <a:pt x="3707" y="1943"/>
                          </a:lnTo>
                          <a:lnTo>
                            <a:pt x="1764" y="1611"/>
                          </a:lnTo>
                          <a:lnTo>
                            <a:pt x="1962" y="1176"/>
                          </a:lnTo>
                          <a:lnTo>
                            <a:pt x="3602" y="1475"/>
                          </a:lnTo>
                          <a:lnTo>
                            <a:pt x="3525" y="1221"/>
                          </a:lnTo>
                          <a:lnTo>
                            <a:pt x="3613" y="1023"/>
                          </a:lnTo>
                          <a:lnTo>
                            <a:pt x="3936" y="757"/>
                          </a:lnTo>
                          <a:lnTo>
                            <a:pt x="3149" y="630"/>
                          </a:lnTo>
                          <a:lnTo>
                            <a:pt x="3378" y="337"/>
                          </a:lnTo>
                          <a:lnTo>
                            <a:pt x="3310" y="171"/>
                          </a:lnTo>
                          <a:lnTo>
                            <a:pt x="3073" y="138"/>
                          </a:lnTo>
                          <a:lnTo>
                            <a:pt x="2923" y="171"/>
                          </a:lnTo>
                          <a:lnTo>
                            <a:pt x="2762" y="531"/>
                          </a:lnTo>
                          <a:lnTo>
                            <a:pt x="1934" y="425"/>
                          </a:lnTo>
                          <a:lnTo>
                            <a:pt x="1630" y="674"/>
                          </a:lnTo>
                          <a:lnTo>
                            <a:pt x="1614" y="918"/>
                          </a:lnTo>
                          <a:lnTo>
                            <a:pt x="1764" y="1122"/>
                          </a:lnTo>
                          <a:lnTo>
                            <a:pt x="1923" y="1221"/>
                          </a:lnTo>
                          <a:lnTo>
                            <a:pt x="1614" y="1122"/>
                          </a:lnTo>
                          <a:lnTo>
                            <a:pt x="1459" y="1023"/>
                          </a:lnTo>
                          <a:lnTo>
                            <a:pt x="1459" y="823"/>
                          </a:lnTo>
                          <a:lnTo>
                            <a:pt x="913" y="674"/>
                          </a:lnTo>
                          <a:lnTo>
                            <a:pt x="685" y="1805"/>
                          </a:lnTo>
                          <a:lnTo>
                            <a:pt x="0" y="2694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1" name="Freeform 292"/>
                    <p:cNvSpPr>
                      <a:spLocks/>
                    </p:cNvSpPr>
                    <p:nvPr/>
                  </p:nvSpPr>
                  <p:spPr bwMode="auto">
                    <a:xfrm>
                      <a:off x="2759" y="1988"/>
                      <a:ext cx="923" cy="911"/>
                    </a:xfrm>
                    <a:custGeom>
                      <a:avLst/>
                      <a:gdLst>
                        <a:gd name="T0" fmla="*/ 0 w 7382"/>
                        <a:gd name="T1" fmla="*/ 0 h 7285"/>
                        <a:gd name="T2" fmla="*/ 0 w 7382"/>
                        <a:gd name="T3" fmla="*/ 0 h 7285"/>
                        <a:gd name="T4" fmla="*/ 0 w 7382"/>
                        <a:gd name="T5" fmla="*/ 0 h 7285"/>
                        <a:gd name="T6" fmla="*/ 0 w 7382"/>
                        <a:gd name="T7" fmla="*/ 0 h 7285"/>
                        <a:gd name="T8" fmla="*/ 0 w 7382"/>
                        <a:gd name="T9" fmla="*/ 0 h 7285"/>
                        <a:gd name="T10" fmla="*/ 0 w 7382"/>
                        <a:gd name="T11" fmla="*/ 0 h 7285"/>
                        <a:gd name="T12" fmla="*/ 0 w 7382"/>
                        <a:gd name="T13" fmla="*/ 0 h 7285"/>
                        <a:gd name="T14" fmla="*/ 0 w 7382"/>
                        <a:gd name="T15" fmla="*/ 0 h 7285"/>
                        <a:gd name="T16" fmla="*/ 0 w 7382"/>
                        <a:gd name="T17" fmla="*/ 0 h 7285"/>
                        <a:gd name="T18" fmla="*/ 0 w 7382"/>
                        <a:gd name="T19" fmla="*/ 0 h 7285"/>
                        <a:gd name="T20" fmla="*/ 0 w 7382"/>
                        <a:gd name="T21" fmla="*/ 0 h 7285"/>
                        <a:gd name="T22" fmla="*/ 0 w 7382"/>
                        <a:gd name="T23" fmla="*/ 0 h 7285"/>
                        <a:gd name="T24" fmla="*/ 0 w 7382"/>
                        <a:gd name="T25" fmla="*/ 0 h 7285"/>
                        <a:gd name="T26" fmla="*/ 0 w 7382"/>
                        <a:gd name="T27" fmla="*/ 0 h 7285"/>
                        <a:gd name="T28" fmla="*/ 0 w 7382"/>
                        <a:gd name="T29" fmla="*/ 0 h 7285"/>
                        <a:gd name="T30" fmla="*/ 0 w 7382"/>
                        <a:gd name="T31" fmla="*/ 0 h 7285"/>
                        <a:gd name="T32" fmla="*/ 0 w 7382"/>
                        <a:gd name="T33" fmla="*/ 0 h 7285"/>
                        <a:gd name="T34" fmla="*/ 0 w 7382"/>
                        <a:gd name="T35" fmla="*/ 0 h 7285"/>
                        <a:gd name="T36" fmla="*/ 0 w 7382"/>
                        <a:gd name="T37" fmla="*/ 0 h 7285"/>
                        <a:gd name="T38" fmla="*/ 0 w 7382"/>
                        <a:gd name="T39" fmla="*/ 0 h 7285"/>
                        <a:gd name="T40" fmla="*/ 0 w 7382"/>
                        <a:gd name="T41" fmla="*/ 0 h 7285"/>
                        <a:gd name="T42" fmla="*/ 0 w 7382"/>
                        <a:gd name="T43" fmla="*/ 0 h 7285"/>
                        <a:gd name="T44" fmla="*/ 0 w 7382"/>
                        <a:gd name="T45" fmla="*/ 0 h 7285"/>
                        <a:gd name="T46" fmla="*/ 0 w 7382"/>
                        <a:gd name="T47" fmla="*/ 0 h 7285"/>
                        <a:gd name="T48" fmla="*/ 0 w 7382"/>
                        <a:gd name="T49" fmla="*/ 0 h 7285"/>
                        <a:gd name="T50" fmla="*/ 0 w 7382"/>
                        <a:gd name="T51" fmla="*/ 0 h 7285"/>
                        <a:gd name="T52" fmla="*/ 0 w 7382"/>
                        <a:gd name="T53" fmla="*/ 0 h 7285"/>
                        <a:gd name="T54" fmla="*/ 0 60000 65536"/>
                        <a:gd name="T55" fmla="*/ 0 60000 65536"/>
                        <a:gd name="T56" fmla="*/ 0 60000 65536"/>
                        <a:gd name="T57" fmla="*/ 0 60000 65536"/>
                        <a:gd name="T58" fmla="*/ 0 60000 65536"/>
                        <a:gd name="T59" fmla="*/ 0 60000 65536"/>
                        <a:gd name="T60" fmla="*/ 0 60000 65536"/>
                        <a:gd name="T61" fmla="*/ 0 60000 65536"/>
                        <a:gd name="T62" fmla="*/ 0 60000 65536"/>
                        <a:gd name="T63" fmla="*/ 0 60000 65536"/>
                        <a:gd name="T64" fmla="*/ 0 60000 65536"/>
                        <a:gd name="T65" fmla="*/ 0 60000 65536"/>
                        <a:gd name="T66" fmla="*/ 0 60000 65536"/>
                        <a:gd name="T67" fmla="*/ 0 60000 65536"/>
                        <a:gd name="T68" fmla="*/ 0 60000 65536"/>
                        <a:gd name="T69" fmla="*/ 0 60000 65536"/>
                        <a:gd name="T70" fmla="*/ 0 60000 65536"/>
                        <a:gd name="T71" fmla="*/ 0 60000 65536"/>
                        <a:gd name="T72" fmla="*/ 0 60000 65536"/>
                        <a:gd name="T73" fmla="*/ 0 60000 65536"/>
                        <a:gd name="T74" fmla="*/ 0 60000 65536"/>
                        <a:gd name="T75" fmla="*/ 0 60000 65536"/>
                        <a:gd name="T76" fmla="*/ 0 60000 65536"/>
                        <a:gd name="T77" fmla="*/ 0 60000 65536"/>
                        <a:gd name="T78" fmla="*/ 0 60000 65536"/>
                        <a:gd name="T79" fmla="*/ 0 60000 65536"/>
                        <a:gd name="T80" fmla="*/ 0 60000 65536"/>
                        <a:gd name="T81" fmla="*/ 0 w 7382"/>
                        <a:gd name="T82" fmla="*/ 0 h 7285"/>
                        <a:gd name="T83" fmla="*/ 7382 w 7382"/>
                        <a:gd name="T84" fmla="*/ 7285 h 7285"/>
                      </a:gdLst>
                      <a:ahLst/>
                      <a:cxnLst>
                        <a:cxn ang="T54">
                          <a:pos x="T0" y="T1"/>
                        </a:cxn>
                        <a:cxn ang="T55">
                          <a:pos x="T2" y="T3"/>
                        </a:cxn>
                        <a:cxn ang="T56">
                          <a:pos x="T4" y="T5"/>
                        </a:cxn>
                        <a:cxn ang="T57">
                          <a:pos x="T6" y="T7"/>
                        </a:cxn>
                        <a:cxn ang="T58">
                          <a:pos x="T8" y="T9"/>
                        </a:cxn>
                        <a:cxn ang="T59">
                          <a:pos x="T10" y="T11"/>
                        </a:cxn>
                        <a:cxn ang="T60">
                          <a:pos x="T12" y="T13"/>
                        </a:cxn>
                        <a:cxn ang="T61">
                          <a:pos x="T14" y="T15"/>
                        </a:cxn>
                        <a:cxn ang="T62">
                          <a:pos x="T16" y="T17"/>
                        </a:cxn>
                        <a:cxn ang="T63">
                          <a:pos x="T18" y="T19"/>
                        </a:cxn>
                        <a:cxn ang="T64">
                          <a:pos x="T20" y="T21"/>
                        </a:cxn>
                        <a:cxn ang="T65">
                          <a:pos x="T22" y="T23"/>
                        </a:cxn>
                        <a:cxn ang="T66">
                          <a:pos x="T24" y="T25"/>
                        </a:cxn>
                        <a:cxn ang="T67">
                          <a:pos x="T26" y="T27"/>
                        </a:cxn>
                        <a:cxn ang="T68">
                          <a:pos x="T28" y="T29"/>
                        </a:cxn>
                        <a:cxn ang="T69">
                          <a:pos x="T30" y="T31"/>
                        </a:cxn>
                        <a:cxn ang="T70">
                          <a:pos x="T32" y="T33"/>
                        </a:cxn>
                        <a:cxn ang="T71">
                          <a:pos x="T34" y="T35"/>
                        </a:cxn>
                        <a:cxn ang="T72">
                          <a:pos x="T36" y="T37"/>
                        </a:cxn>
                        <a:cxn ang="T73">
                          <a:pos x="T38" y="T39"/>
                        </a:cxn>
                        <a:cxn ang="T74">
                          <a:pos x="T40" y="T41"/>
                        </a:cxn>
                        <a:cxn ang="T75">
                          <a:pos x="T42" y="T43"/>
                        </a:cxn>
                        <a:cxn ang="T76">
                          <a:pos x="T44" y="T45"/>
                        </a:cxn>
                        <a:cxn ang="T77">
                          <a:pos x="T46" y="T47"/>
                        </a:cxn>
                        <a:cxn ang="T78">
                          <a:pos x="T48" y="T49"/>
                        </a:cxn>
                        <a:cxn ang="T79">
                          <a:pos x="T50" y="T51"/>
                        </a:cxn>
                        <a:cxn ang="T80">
                          <a:pos x="T52" y="T53"/>
                        </a:cxn>
                      </a:cxnLst>
                      <a:rect l="T81" t="T82" r="T83" b="T84"/>
                      <a:pathLst>
                        <a:path w="7382" h="7285">
                          <a:moveTo>
                            <a:pt x="6995" y="102"/>
                          </a:moveTo>
                          <a:lnTo>
                            <a:pt x="5916" y="2362"/>
                          </a:lnTo>
                          <a:lnTo>
                            <a:pt x="4689" y="4226"/>
                          </a:lnTo>
                          <a:lnTo>
                            <a:pt x="3536" y="5806"/>
                          </a:lnTo>
                          <a:lnTo>
                            <a:pt x="1927" y="5612"/>
                          </a:lnTo>
                          <a:lnTo>
                            <a:pt x="998" y="5414"/>
                          </a:lnTo>
                          <a:lnTo>
                            <a:pt x="3536" y="6006"/>
                          </a:lnTo>
                          <a:lnTo>
                            <a:pt x="4463" y="4923"/>
                          </a:lnTo>
                          <a:lnTo>
                            <a:pt x="5386" y="3548"/>
                          </a:lnTo>
                          <a:lnTo>
                            <a:pt x="6451" y="1571"/>
                          </a:lnTo>
                          <a:lnTo>
                            <a:pt x="5226" y="4039"/>
                          </a:lnTo>
                          <a:lnTo>
                            <a:pt x="3733" y="6513"/>
                          </a:lnTo>
                          <a:lnTo>
                            <a:pt x="5840" y="3445"/>
                          </a:lnTo>
                          <a:lnTo>
                            <a:pt x="5043" y="5127"/>
                          </a:lnTo>
                          <a:lnTo>
                            <a:pt x="3995" y="6888"/>
                          </a:lnTo>
                          <a:lnTo>
                            <a:pt x="2806" y="6513"/>
                          </a:lnTo>
                          <a:lnTo>
                            <a:pt x="1697" y="6216"/>
                          </a:lnTo>
                          <a:lnTo>
                            <a:pt x="0" y="5907"/>
                          </a:lnTo>
                          <a:lnTo>
                            <a:pt x="2225" y="6490"/>
                          </a:lnTo>
                          <a:lnTo>
                            <a:pt x="3767" y="7082"/>
                          </a:lnTo>
                          <a:lnTo>
                            <a:pt x="4153" y="7285"/>
                          </a:lnTo>
                          <a:lnTo>
                            <a:pt x="5916" y="3741"/>
                          </a:lnTo>
                          <a:lnTo>
                            <a:pt x="6995" y="1378"/>
                          </a:lnTo>
                          <a:lnTo>
                            <a:pt x="7382" y="295"/>
                          </a:lnTo>
                          <a:lnTo>
                            <a:pt x="7071" y="396"/>
                          </a:lnTo>
                          <a:lnTo>
                            <a:pt x="7225" y="0"/>
                          </a:lnTo>
                          <a:lnTo>
                            <a:pt x="6995" y="102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102" name="Freeform 293"/>
                    <p:cNvSpPr>
                      <a:spLocks/>
                    </p:cNvSpPr>
                    <p:nvPr/>
                  </p:nvSpPr>
                  <p:spPr bwMode="auto">
                    <a:xfrm>
                      <a:off x="2794" y="2682"/>
                      <a:ext cx="419" cy="131"/>
                    </a:xfrm>
                    <a:custGeom>
                      <a:avLst/>
                      <a:gdLst>
                        <a:gd name="T0" fmla="*/ 0 w 3353"/>
                        <a:gd name="T1" fmla="*/ 0 h 1048"/>
                        <a:gd name="T2" fmla="*/ 0 w 3353"/>
                        <a:gd name="T3" fmla="*/ 0 h 1048"/>
                        <a:gd name="T4" fmla="*/ 0 w 3353"/>
                        <a:gd name="T5" fmla="*/ 0 h 1048"/>
                        <a:gd name="T6" fmla="*/ 0 w 3353"/>
                        <a:gd name="T7" fmla="*/ 0 h 1048"/>
                        <a:gd name="T8" fmla="*/ 0 60000 65536"/>
                        <a:gd name="T9" fmla="*/ 0 60000 65536"/>
                        <a:gd name="T10" fmla="*/ 0 60000 65536"/>
                        <a:gd name="T11" fmla="*/ 0 60000 65536"/>
                        <a:gd name="T12" fmla="*/ 0 w 3353"/>
                        <a:gd name="T13" fmla="*/ 0 h 1048"/>
                        <a:gd name="T14" fmla="*/ 3353 w 3353"/>
                        <a:gd name="T15" fmla="*/ 1048 h 1048"/>
                      </a:gdLst>
                      <a:ahLst/>
                      <a:cxnLst>
                        <a:cxn ang="T8">
                          <a:pos x="T0" y="T1"/>
                        </a:cxn>
                        <a:cxn ang="T9">
                          <a:pos x="T2" y="T3"/>
                        </a:cxn>
                        <a:cxn ang="T10">
                          <a:pos x="T4" y="T5"/>
                        </a:cxn>
                        <a:cxn ang="T11">
                          <a:pos x="T6" y="T7"/>
                        </a:cxn>
                      </a:cxnLst>
                      <a:rect l="T12" t="T13" r="T14" b="T15"/>
                      <a:pathLst>
                        <a:path w="3353" h="1048">
                          <a:moveTo>
                            <a:pt x="0" y="0"/>
                          </a:moveTo>
                          <a:lnTo>
                            <a:pt x="3255" y="793"/>
                          </a:lnTo>
                          <a:lnTo>
                            <a:pt x="3353" y="104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w="0">
                      <a:solidFill>
                        <a:srgbClr val="000000"/>
                      </a:solidFill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1096" name="Freeform 294"/>
                  <p:cNvSpPr>
                    <a:spLocks/>
                  </p:cNvSpPr>
                  <p:nvPr/>
                </p:nvSpPr>
                <p:spPr bwMode="auto">
                  <a:xfrm>
                    <a:off x="2595" y="1912"/>
                    <a:ext cx="1085" cy="800"/>
                  </a:xfrm>
                  <a:custGeom>
                    <a:avLst/>
                    <a:gdLst>
                      <a:gd name="T0" fmla="*/ 473 w 1085"/>
                      <a:gd name="T1" fmla="*/ 0 h 800"/>
                      <a:gd name="T2" fmla="*/ 445 w 1085"/>
                      <a:gd name="T3" fmla="*/ 134 h 800"/>
                      <a:gd name="T4" fmla="*/ 246 w 1085"/>
                      <a:gd name="T5" fmla="*/ 362 h 800"/>
                      <a:gd name="T6" fmla="*/ 3 w 1085"/>
                      <a:gd name="T7" fmla="*/ 650 h 800"/>
                      <a:gd name="T8" fmla="*/ 291 w 1085"/>
                      <a:gd name="T9" fmla="*/ 756 h 800"/>
                      <a:gd name="T10" fmla="*/ 609 w 1085"/>
                      <a:gd name="T11" fmla="*/ 800 h 800"/>
                      <a:gd name="T12" fmla="*/ 865 w 1085"/>
                      <a:gd name="T13" fmla="*/ 428 h 800"/>
                      <a:gd name="T14" fmla="*/ 1041 w 1085"/>
                      <a:gd name="T15" fmla="*/ 90 h 800"/>
                      <a:gd name="T16" fmla="*/ 1065 w 1085"/>
                      <a:gd name="T17" fmla="*/ 76 h 800"/>
                      <a:gd name="T18" fmla="*/ 923 w 1085"/>
                      <a:gd name="T19" fmla="*/ 78 h 800"/>
                      <a:gd name="T20" fmla="*/ 833 w 1085"/>
                      <a:gd name="T21" fmla="*/ 56 h 800"/>
                      <a:gd name="T22" fmla="*/ 819 w 1085"/>
                      <a:gd name="T23" fmla="*/ 92 h 800"/>
                      <a:gd name="T24" fmla="*/ 849 w 1085"/>
                      <a:gd name="T25" fmla="*/ 100 h 800"/>
                      <a:gd name="T26" fmla="*/ 817 w 1085"/>
                      <a:gd name="T27" fmla="*/ 156 h 800"/>
                      <a:gd name="T28" fmla="*/ 575 w 1085"/>
                      <a:gd name="T29" fmla="*/ 112 h 800"/>
                      <a:gd name="T30" fmla="*/ 601 w 1085"/>
                      <a:gd name="T31" fmla="*/ 66 h 800"/>
                      <a:gd name="T32" fmla="*/ 539 w 1085"/>
                      <a:gd name="T33" fmla="*/ 40 h 800"/>
                      <a:gd name="T34" fmla="*/ 539 w 1085"/>
                      <a:gd name="T35" fmla="*/ 14 h 800"/>
                      <a:gd name="T36" fmla="*/ 473 w 1085"/>
                      <a:gd name="T37" fmla="*/ 0 h 800"/>
                      <a:gd name="T38" fmla="*/ 473 w 1085"/>
                      <a:gd name="T39" fmla="*/ 0 h 800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w 1085"/>
                      <a:gd name="T61" fmla="*/ 0 h 800"/>
                      <a:gd name="T62" fmla="*/ 1085 w 1085"/>
                      <a:gd name="T63" fmla="*/ 800 h 800"/>
                    </a:gdLst>
                    <a:ahLst/>
                    <a:cxnLst>
                      <a:cxn ang="T40">
                        <a:pos x="T0" y="T1"/>
                      </a:cxn>
                      <a:cxn ang="T41">
                        <a:pos x="T2" y="T3"/>
                      </a:cxn>
                      <a:cxn ang="T42">
                        <a:pos x="T4" y="T5"/>
                      </a:cxn>
                      <a:cxn ang="T43">
                        <a:pos x="T6" y="T7"/>
                      </a:cxn>
                      <a:cxn ang="T44">
                        <a:pos x="T8" y="T9"/>
                      </a:cxn>
                      <a:cxn ang="T45">
                        <a:pos x="T10" y="T11"/>
                      </a:cxn>
                      <a:cxn ang="T46">
                        <a:pos x="T12" y="T13"/>
                      </a:cxn>
                      <a:cxn ang="T47">
                        <a:pos x="T14" y="T15"/>
                      </a:cxn>
                      <a:cxn ang="T48">
                        <a:pos x="T16" y="T17"/>
                      </a:cxn>
                      <a:cxn ang="T49">
                        <a:pos x="T18" y="T19"/>
                      </a:cxn>
                      <a:cxn ang="T50">
                        <a:pos x="T20" y="T21"/>
                      </a:cxn>
                      <a:cxn ang="T51">
                        <a:pos x="T22" y="T23"/>
                      </a:cxn>
                      <a:cxn ang="T52">
                        <a:pos x="T24" y="T25"/>
                      </a:cxn>
                      <a:cxn ang="T53">
                        <a:pos x="T26" y="T27"/>
                      </a:cxn>
                      <a:cxn ang="T54">
                        <a:pos x="T28" y="T29"/>
                      </a:cxn>
                      <a:cxn ang="T55">
                        <a:pos x="T30" y="T31"/>
                      </a:cxn>
                      <a:cxn ang="T56">
                        <a:pos x="T32" y="T33"/>
                      </a:cxn>
                      <a:cxn ang="T57">
                        <a:pos x="T34" y="T35"/>
                      </a:cxn>
                      <a:cxn ang="T58">
                        <a:pos x="T36" y="T37"/>
                      </a:cxn>
                      <a:cxn ang="T59">
                        <a:pos x="T38" y="T39"/>
                      </a:cxn>
                    </a:cxnLst>
                    <a:rect l="T60" t="T61" r="T62" b="T63"/>
                    <a:pathLst>
                      <a:path w="1085" h="800">
                        <a:moveTo>
                          <a:pt x="473" y="0"/>
                        </a:moveTo>
                        <a:lnTo>
                          <a:pt x="445" y="134"/>
                        </a:lnTo>
                        <a:cubicBezTo>
                          <a:pt x="407" y="194"/>
                          <a:pt x="336" y="290"/>
                          <a:pt x="246" y="362"/>
                        </a:cubicBezTo>
                        <a:cubicBezTo>
                          <a:pt x="156" y="434"/>
                          <a:pt x="0" y="585"/>
                          <a:pt x="3" y="650"/>
                        </a:cubicBezTo>
                        <a:lnTo>
                          <a:pt x="291" y="756"/>
                        </a:lnTo>
                        <a:cubicBezTo>
                          <a:pt x="392" y="781"/>
                          <a:pt x="501" y="796"/>
                          <a:pt x="609" y="800"/>
                        </a:cubicBezTo>
                        <a:cubicBezTo>
                          <a:pt x="700" y="748"/>
                          <a:pt x="781" y="542"/>
                          <a:pt x="865" y="428"/>
                        </a:cubicBezTo>
                        <a:cubicBezTo>
                          <a:pt x="949" y="314"/>
                          <a:pt x="1005" y="152"/>
                          <a:pt x="1041" y="90"/>
                        </a:cubicBezTo>
                        <a:cubicBezTo>
                          <a:pt x="1044" y="84"/>
                          <a:pt x="1085" y="78"/>
                          <a:pt x="1065" y="76"/>
                        </a:cubicBezTo>
                        <a:cubicBezTo>
                          <a:pt x="1045" y="74"/>
                          <a:pt x="962" y="81"/>
                          <a:pt x="923" y="78"/>
                        </a:cubicBezTo>
                        <a:lnTo>
                          <a:pt x="833" y="56"/>
                        </a:lnTo>
                        <a:lnTo>
                          <a:pt x="819" y="92"/>
                        </a:lnTo>
                        <a:lnTo>
                          <a:pt x="849" y="100"/>
                        </a:lnTo>
                        <a:lnTo>
                          <a:pt x="817" y="156"/>
                        </a:lnTo>
                        <a:lnTo>
                          <a:pt x="575" y="112"/>
                        </a:lnTo>
                        <a:lnTo>
                          <a:pt x="601" y="66"/>
                        </a:lnTo>
                        <a:lnTo>
                          <a:pt x="539" y="40"/>
                        </a:lnTo>
                        <a:lnTo>
                          <a:pt x="539" y="14"/>
                        </a:lnTo>
                        <a:lnTo>
                          <a:pt x="473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 w="3175">
                    <a:solidFill>
                      <a:schemeClr val="bg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  <p:grpSp>
          <p:nvGrpSpPr>
            <p:cNvPr id="1070" name="Group 295"/>
            <p:cNvGrpSpPr>
              <a:grpSpLocks/>
            </p:cNvGrpSpPr>
            <p:nvPr/>
          </p:nvGrpSpPr>
          <p:grpSpPr bwMode="auto">
            <a:xfrm>
              <a:off x="1318" y="3064"/>
              <a:ext cx="2197" cy="621"/>
              <a:chOff x="1352" y="2760"/>
              <a:chExt cx="2197" cy="621"/>
            </a:xfrm>
          </p:grpSpPr>
          <p:sp>
            <p:nvSpPr>
              <p:cNvPr id="115" name="Rectangle 296"/>
              <p:cNvSpPr>
                <a:spLocks noChangeArrowheads="1"/>
              </p:cNvSpPr>
              <p:nvPr/>
            </p:nvSpPr>
            <p:spPr bwMode="auto">
              <a:xfrm>
                <a:off x="1352" y="2760"/>
                <a:ext cx="2197" cy="518"/>
              </a:xfrm>
              <a:prstGeom prst="rect">
                <a:avLst/>
              </a:prstGeom>
              <a:solidFill>
                <a:srgbClr val="92D050"/>
              </a:solidFill>
              <a:ln>
                <a:headEnd/>
                <a:tailEnd/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eaLnBrk="0" hangingPunct="0">
                  <a:defRPr/>
                </a:pPr>
                <a:endParaRPr lang="id-ID" sz="2400">
                  <a:latin typeface="Times New Roman" pitchFamily="18" charset="0"/>
                </a:endParaRPr>
              </a:p>
            </p:txBody>
          </p:sp>
          <p:pic>
            <p:nvPicPr>
              <p:cNvPr id="1079" name="Picture 297" descr="g0703950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1" y="2812"/>
                <a:ext cx="548" cy="4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80" name="Picture 298" descr="g0703944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82" y="2800"/>
                <a:ext cx="632" cy="4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1028" name="Object 4"/>
              <p:cNvGraphicFramePr>
                <a:graphicFrameLocks noChangeAspect="1"/>
              </p:cNvGraphicFramePr>
              <p:nvPr/>
            </p:nvGraphicFramePr>
            <p:xfrm>
              <a:off x="2077" y="2807"/>
              <a:ext cx="862" cy="5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18" name="Clip" r:id="rId14" imgW="3657600" imgH="2437560" progId="">
                      <p:embed/>
                    </p:oleObj>
                  </mc:Choice>
                  <mc:Fallback>
                    <p:oleObj name="Clip" r:id="rId14" imgW="3657600" imgH="2437560" progId="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77" y="2807"/>
                            <a:ext cx="862" cy="57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81" name="Text Box 300"/>
              <p:cNvSpPr txBox="1">
                <a:spLocks noChangeArrowheads="1"/>
              </p:cNvSpPr>
              <p:nvPr/>
            </p:nvSpPr>
            <p:spPr bwMode="auto">
              <a:xfrm>
                <a:off x="2052" y="3114"/>
                <a:ext cx="70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400" i="1">
                    <a:solidFill>
                      <a:srgbClr val="FF0000"/>
                    </a:solidFill>
                    <a:latin typeface="Benguiat Bk BT"/>
                  </a:rPr>
                  <a:t>Management</a:t>
                </a:r>
                <a:endParaRPr lang="en-US" altLang="en-US" sz="1400" b="1">
                  <a:latin typeface="Benguiat Bk BT"/>
                </a:endParaRPr>
              </a:p>
            </p:txBody>
          </p:sp>
        </p:grpSp>
        <p:grpSp>
          <p:nvGrpSpPr>
            <p:cNvPr id="1071" name="Group 301"/>
            <p:cNvGrpSpPr>
              <a:grpSpLocks/>
            </p:cNvGrpSpPr>
            <p:nvPr/>
          </p:nvGrpSpPr>
          <p:grpSpPr bwMode="auto">
            <a:xfrm>
              <a:off x="2036" y="2473"/>
              <a:ext cx="730" cy="572"/>
              <a:chOff x="4350" y="2657"/>
              <a:chExt cx="730" cy="572"/>
            </a:xfrm>
          </p:grpSpPr>
          <p:sp>
            <p:nvSpPr>
              <p:cNvPr id="112" name="Rectangle 302"/>
              <p:cNvSpPr>
                <a:spLocks noChangeArrowheads="1"/>
              </p:cNvSpPr>
              <p:nvPr/>
            </p:nvSpPr>
            <p:spPr bwMode="auto">
              <a:xfrm>
                <a:off x="4352" y="2657"/>
                <a:ext cx="728" cy="563"/>
              </a:xfrm>
              <a:prstGeom prst="rect">
                <a:avLst/>
              </a:prstGeom>
              <a:solidFill>
                <a:srgbClr val="92D050"/>
              </a:solidFill>
              <a:ln>
                <a:headEnd/>
                <a:tailEnd/>
              </a:ln>
            </p:spPr>
            <p:style>
              <a:lnRef idx="0">
                <a:schemeClr val="accent5"/>
              </a:lnRef>
              <a:fillRef idx="3">
                <a:schemeClr val="accent5"/>
              </a:fillRef>
              <a:effectRef idx="3">
                <a:schemeClr val="accent5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algn="ctr" eaLnBrk="0" hangingPunct="0">
                  <a:defRPr/>
                </a:pPr>
                <a:endParaRPr lang="id-ID" sz="2400">
                  <a:latin typeface="Times New Roman" pitchFamily="18" charset="0"/>
                </a:endParaRPr>
              </a:p>
            </p:txBody>
          </p:sp>
          <p:graphicFrame>
            <p:nvGraphicFramePr>
              <p:cNvPr id="1027" name="Object 3"/>
              <p:cNvGraphicFramePr>
                <a:graphicFrameLocks noChangeAspect="1"/>
              </p:cNvGraphicFramePr>
              <p:nvPr/>
            </p:nvGraphicFramePr>
            <p:xfrm>
              <a:off x="4360" y="2671"/>
              <a:ext cx="650" cy="43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19" name="Clip" r:id="rId16" imgW="3657600" imgH="2437560" progId="">
                      <p:embed/>
                    </p:oleObj>
                  </mc:Choice>
                  <mc:Fallback>
                    <p:oleObj name="Clip" r:id="rId16" imgW="3657600" imgH="2437560" progId="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60" y="2671"/>
                            <a:ext cx="650" cy="43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75" name="Text Box 304"/>
              <p:cNvSpPr txBox="1">
                <a:spLocks noChangeArrowheads="1"/>
              </p:cNvSpPr>
              <p:nvPr/>
            </p:nvSpPr>
            <p:spPr bwMode="auto">
              <a:xfrm>
                <a:off x="4350" y="3037"/>
                <a:ext cx="621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400" i="1">
                    <a:solidFill>
                      <a:srgbClr val="FF0000"/>
                    </a:solidFill>
                    <a:latin typeface="Benguiat Bk BT"/>
                  </a:rPr>
                  <a:t>Leadership</a:t>
                </a:r>
                <a:endParaRPr lang="en-US" altLang="en-US" sz="1400" b="1">
                  <a:latin typeface="Benguiat Bk BT"/>
                </a:endParaRPr>
              </a:p>
            </p:txBody>
          </p:sp>
        </p:grpSp>
      </p:grpSp>
      <p:grpSp>
        <p:nvGrpSpPr>
          <p:cNvPr id="122" name="Group 305"/>
          <p:cNvGrpSpPr>
            <a:grpSpLocks/>
          </p:cNvGrpSpPr>
          <p:nvPr/>
        </p:nvGrpSpPr>
        <p:grpSpPr bwMode="auto">
          <a:xfrm>
            <a:off x="4678363" y="2976563"/>
            <a:ext cx="2624137" cy="1855787"/>
            <a:chOff x="2867" y="1994"/>
            <a:chExt cx="1653" cy="1169"/>
          </a:xfrm>
        </p:grpSpPr>
        <p:sp>
          <p:nvSpPr>
            <p:cNvPr id="308" name="AutoShape 306"/>
            <p:cNvSpPr>
              <a:spLocks noChangeArrowheads="1"/>
            </p:cNvSpPr>
            <p:nvPr/>
          </p:nvSpPr>
          <p:spPr bwMode="auto">
            <a:xfrm rot="2478933" flipH="1">
              <a:off x="2867" y="1994"/>
              <a:ext cx="1653" cy="1101"/>
            </a:xfrm>
            <a:prstGeom prst="rightArrow">
              <a:avLst>
                <a:gd name="adj1" fmla="val 75343"/>
                <a:gd name="adj2" fmla="val 54800"/>
              </a:avLst>
            </a:prstGeom>
            <a:solidFill>
              <a:srgbClr val="92D050"/>
            </a:soli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id-ID"/>
            </a:p>
          </p:txBody>
        </p:sp>
        <p:grpSp>
          <p:nvGrpSpPr>
            <p:cNvPr id="1064" name="Group 307"/>
            <p:cNvGrpSpPr>
              <a:grpSpLocks/>
            </p:cNvGrpSpPr>
            <p:nvPr/>
          </p:nvGrpSpPr>
          <p:grpSpPr bwMode="auto">
            <a:xfrm>
              <a:off x="3179" y="2122"/>
              <a:ext cx="1227" cy="1041"/>
              <a:chOff x="3179" y="2122"/>
              <a:chExt cx="1227" cy="1041"/>
            </a:xfrm>
          </p:grpSpPr>
          <p:pic>
            <p:nvPicPr>
              <p:cNvPr id="1065" name="Picture 308" descr="g0147205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50" y="2609"/>
                <a:ext cx="656" cy="2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66" name="Picture 309"/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79" y="2122"/>
                <a:ext cx="655" cy="4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7" name="Text Box 310"/>
              <p:cNvSpPr txBox="1">
                <a:spLocks noChangeArrowheads="1"/>
              </p:cNvSpPr>
              <p:nvPr/>
            </p:nvSpPr>
            <p:spPr bwMode="auto">
              <a:xfrm>
                <a:off x="3709" y="2875"/>
                <a:ext cx="54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1">
                    <a:latin typeface="Times New Roman" panose="02020603050405020304" pitchFamily="18" charset="0"/>
                  </a:rPr>
                  <a:t>Quality</a:t>
                </a:r>
              </a:p>
              <a:p>
                <a:pPr algn="ctr"/>
                <a:r>
                  <a:rPr lang="en-US" altLang="en-US" sz="1200" b="1">
                    <a:latin typeface="Times New Roman" panose="02020603050405020304" pitchFamily="18" charset="0"/>
                  </a:rPr>
                  <a:t>Assurance</a:t>
                </a: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4" name="Group 311"/>
          <p:cNvGrpSpPr>
            <a:grpSpLocks/>
          </p:cNvGrpSpPr>
          <p:nvPr/>
        </p:nvGrpSpPr>
        <p:grpSpPr bwMode="auto">
          <a:xfrm>
            <a:off x="485775" y="3041650"/>
            <a:ext cx="2624138" cy="1827213"/>
            <a:chOff x="240" y="1925"/>
            <a:chExt cx="1653" cy="1151"/>
          </a:xfrm>
        </p:grpSpPr>
        <p:sp>
          <p:nvSpPr>
            <p:cNvPr id="314" name="AutoShape 312"/>
            <p:cNvSpPr>
              <a:spLocks noChangeArrowheads="1"/>
            </p:cNvSpPr>
            <p:nvPr/>
          </p:nvSpPr>
          <p:spPr bwMode="auto">
            <a:xfrm rot="-2478933">
              <a:off x="240" y="1925"/>
              <a:ext cx="1653" cy="1101"/>
            </a:xfrm>
            <a:prstGeom prst="rightArrow">
              <a:avLst>
                <a:gd name="adj1" fmla="val 75343"/>
                <a:gd name="adj2" fmla="val 54800"/>
              </a:avLst>
            </a:prstGeom>
            <a:solidFill>
              <a:srgbClr val="92D050"/>
            </a:solidFill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>
                <a:defRPr/>
              </a:pPr>
              <a:endParaRPr lang="id-ID"/>
            </a:p>
          </p:txBody>
        </p:sp>
        <p:grpSp>
          <p:nvGrpSpPr>
            <p:cNvPr id="1058" name="Group 313"/>
            <p:cNvGrpSpPr>
              <a:grpSpLocks/>
            </p:cNvGrpSpPr>
            <p:nvPr/>
          </p:nvGrpSpPr>
          <p:grpSpPr bwMode="auto">
            <a:xfrm>
              <a:off x="392" y="1951"/>
              <a:ext cx="1220" cy="1125"/>
              <a:chOff x="167" y="2099"/>
              <a:chExt cx="1220" cy="1125"/>
            </a:xfrm>
          </p:grpSpPr>
          <p:pic>
            <p:nvPicPr>
              <p:cNvPr id="1059" name="Picture 314"/>
              <p:cNvPicPr>
                <a:picLocks noChangeAspect="1" noChangeArrowheads="1"/>
              </p:cNvPicPr>
              <p:nvPr/>
            </p:nvPicPr>
            <p:blipFill>
              <a:blip r:embed="rId2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1" y="2489"/>
                <a:ext cx="721" cy="4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1026" name="Object 2"/>
              <p:cNvGraphicFramePr>
                <a:graphicFrameLocks noChangeAspect="1"/>
              </p:cNvGraphicFramePr>
              <p:nvPr/>
            </p:nvGraphicFramePr>
            <p:xfrm>
              <a:off x="638" y="2099"/>
              <a:ext cx="749" cy="49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420" name="Clip" r:id="rId21" imgW="3657600" imgH="2437560" progId="">
                      <p:embed/>
                    </p:oleObj>
                  </mc:Choice>
                  <mc:Fallback>
                    <p:oleObj name="Clip" r:id="rId21" imgW="3657600" imgH="2437560" progId="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38" y="2099"/>
                            <a:ext cx="749" cy="49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60" name="Text Box 316"/>
              <p:cNvSpPr txBox="1">
                <a:spLocks noChangeArrowheads="1"/>
              </p:cNvSpPr>
              <p:nvPr/>
            </p:nvSpPr>
            <p:spPr bwMode="auto">
              <a:xfrm>
                <a:off x="167" y="2933"/>
                <a:ext cx="725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id-ID" altLang="en-US" sz="1200" b="1">
                    <a:latin typeface="Times New Roman" panose="02020603050405020304" pitchFamily="18" charset="0"/>
                  </a:rPr>
                  <a:t>Atmosphere of</a:t>
                </a:r>
              </a:p>
              <a:p>
                <a:pPr algn="ctr"/>
                <a:r>
                  <a:rPr lang="id-ID" altLang="en-US" sz="1200" b="1" i="1">
                    <a:latin typeface="Times New Roman" panose="02020603050405020304" pitchFamily="18" charset="0"/>
                  </a:rPr>
                  <a:t>Tridharma PT</a:t>
                </a:r>
                <a:endParaRPr lang="en-US" altLang="en-US" sz="2400" i="1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6" name="Group 317"/>
          <p:cNvGrpSpPr>
            <a:grpSpLocks/>
          </p:cNvGrpSpPr>
          <p:nvPr/>
        </p:nvGrpSpPr>
        <p:grpSpPr bwMode="auto">
          <a:xfrm>
            <a:off x="7248525" y="1419225"/>
            <a:ext cx="1393825" cy="2120900"/>
            <a:chOff x="4506" y="752"/>
            <a:chExt cx="878" cy="1336"/>
          </a:xfrm>
        </p:grpSpPr>
        <p:sp>
          <p:nvSpPr>
            <p:cNvPr id="321" name="Rectangle 322"/>
            <p:cNvSpPr>
              <a:spLocks noChangeArrowheads="1"/>
            </p:cNvSpPr>
            <p:nvPr/>
          </p:nvSpPr>
          <p:spPr bwMode="auto">
            <a:xfrm>
              <a:off x="4527" y="752"/>
              <a:ext cx="857" cy="1190"/>
            </a:xfrm>
            <a:prstGeom prst="rect">
              <a:avLst/>
            </a:prstGeom>
            <a:ln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id-ID"/>
            </a:p>
          </p:txBody>
        </p:sp>
        <p:grpSp>
          <p:nvGrpSpPr>
            <p:cNvPr id="1051" name="Group 318"/>
            <p:cNvGrpSpPr>
              <a:grpSpLocks/>
            </p:cNvGrpSpPr>
            <p:nvPr/>
          </p:nvGrpSpPr>
          <p:grpSpPr bwMode="auto">
            <a:xfrm>
              <a:off x="4506" y="838"/>
              <a:ext cx="852" cy="1250"/>
              <a:chOff x="4708" y="331"/>
              <a:chExt cx="852" cy="1250"/>
            </a:xfrm>
          </p:grpSpPr>
          <p:pic>
            <p:nvPicPr>
              <p:cNvPr id="1052" name="Picture 319"/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08" y="331"/>
                <a:ext cx="752" cy="4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053" name="Picture 320"/>
              <p:cNvPicPr>
                <a:picLocks noChangeAspect="1" noChangeArrowheads="1"/>
              </p:cNvPicPr>
              <p:nvPr/>
            </p:nvPicPr>
            <p:blipFill>
              <a:blip r:embed="rId2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8" y="824"/>
                <a:ext cx="782" cy="5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54" name="Text Box 321"/>
              <p:cNvSpPr txBox="1">
                <a:spLocks noChangeArrowheads="1"/>
              </p:cNvSpPr>
              <p:nvPr/>
            </p:nvSpPr>
            <p:spPr bwMode="auto">
              <a:xfrm>
                <a:off x="4832" y="1408"/>
                <a:ext cx="599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sz="1200" b="1">
                    <a:latin typeface="Times New Roman" panose="02020603050405020304" pitchFamily="18" charset="0"/>
                  </a:rPr>
                  <a:t>Job Market</a:t>
                </a:r>
              </a:p>
            </p:txBody>
          </p:sp>
        </p:grpSp>
      </p:grpSp>
      <p:grpSp>
        <p:nvGrpSpPr>
          <p:cNvPr id="288" name="Group 323"/>
          <p:cNvGrpSpPr>
            <a:grpSpLocks/>
          </p:cNvGrpSpPr>
          <p:nvPr/>
        </p:nvGrpSpPr>
        <p:grpSpPr bwMode="auto">
          <a:xfrm>
            <a:off x="7258050" y="3505200"/>
            <a:ext cx="1530350" cy="1447800"/>
            <a:chOff x="4512" y="2208"/>
            <a:chExt cx="964" cy="912"/>
          </a:xfrm>
        </p:grpSpPr>
        <p:sp>
          <p:nvSpPr>
            <p:cNvPr id="1046" name="AutoShape 324"/>
            <p:cNvSpPr>
              <a:spLocks noChangeArrowheads="1"/>
            </p:cNvSpPr>
            <p:nvPr/>
          </p:nvSpPr>
          <p:spPr bwMode="auto">
            <a:xfrm>
              <a:off x="4896" y="2208"/>
              <a:ext cx="144" cy="144"/>
            </a:xfrm>
            <a:prstGeom prst="downArrow">
              <a:avLst>
                <a:gd name="adj1" fmla="val 56944"/>
                <a:gd name="adj2" fmla="val 51389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grpSp>
          <p:nvGrpSpPr>
            <p:cNvPr id="1047" name="Group 325"/>
            <p:cNvGrpSpPr>
              <a:grpSpLocks/>
            </p:cNvGrpSpPr>
            <p:nvPr/>
          </p:nvGrpSpPr>
          <p:grpSpPr bwMode="auto">
            <a:xfrm>
              <a:off x="4512" y="2352"/>
              <a:ext cx="964" cy="768"/>
              <a:chOff x="4512" y="2352"/>
              <a:chExt cx="964" cy="768"/>
            </a:xfrm>
          </p:grpSpPr>
          <p:pic>
            <p:nvPicPr>
              <p:cNvPr id="1048" name="Picture 326" descr="g0902215"/>
              <p:cNvPicPr>
                <a:picLocks noChangeAspect="1" noChangeArrowheads="1"/>
              </p:cNvPicPr>
              <p:nvPr/>
            </p:nvPicPr>
            <p:blipFill>
              <a:blip r:embed="rId2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4" y="2352"/>
                <a:ext cx="576" cy="51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49" name="Text Box 327"/>
              <p:cNvSpPr txBox="1">
                <a:spLocks noChangeArrowheads="1"/>
              </p:cNvSpPr>
              <p:nvPr/>
            </p:nvSpPr>
            <p:spPr bwMode="auto">
              <a:xfrm>
                <a:off x="4512" y="2832"/>
                <a:ext cx="96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1200" b="1"/>
                  <a:t>Community</a:t>
                </a:r>
              </a:p>
              <a:p>
                <a:pPr algn="ctr"/>
                <a:r>
                  <a:rPr lang="en-US" altLang="en-US" sz="1200" b="1"/>
                  <a:t>Acknowledgement</a:t>
                </a:r>
                <a:endParaRPr lang="en-US" altLang="en-US" b="1">
                  <a:solidFill>
                    <a:srgbClr val="990000"/>
                  </a:solidFill>
                  <a:latin typeface="Times New Roman" panose="02020603050405020304" pitchFamily="18" charset="0"/>
                </a:endParaRPr>
              </a:p>
            </p:txBody>
          </p:sp>
        </p:grpSp>
      </p:grpSp>
      <p:pic>
        <p:nvPicPr>
          <p:cNvPr id="330" name="Picture 328" descr="g0705546"/>
          <p:cNvPicPr>
            <a:picLocks noChangeAspect="1" noChangeArrowheads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2688" y="5207000"/>
            <a:ext cx="104140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1" name="Text Box 329"/>
          <p:cNvSpPr txBox="1">
            <a:spLocks noChangeArrowheads="1"/>
          </p:cNvSpPr>
          <p:nvPr/>
        </p:nvSpPr>
        <p:spPr bwMode="auto">
          <a:xfrm>
            <a:off x="7437438" y="6202363"/>
            <a:ext cx="1268412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200" b="1"/>
              <a:t>Demand on HE</a:t>
            </a:r>
          </a:p>
        </p:txBody>
      </p:sp>
      <p:sp>
        <p:nvSpPr>
          <p:cNvPr id="332" name="AutoShape 330"/>
          <p:cNvSpPr>
            <a:spLocks noChangeArrowheads="1"/>
          </p:cNvSpPr>
          <p:nvPr/>
        </p:nvSpPr>
        <p:spPr bwMode="auto">
          <a:xfrm>
            <a:off x="7888288" y="4953000"/>
            <a:ext cx="228600" cy="228600"/>
          </a:xfrm>
          <a:prstGeom prst="downArrow">
            <a:avLst>
              <a:gd name="adj1" fmla="val 56944"/>
              <a:gd name="adj2" fmla="val 51389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67128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1" grpId="0"/>
      <p:bldP spid="3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 smtClean="0"/>
              <a:t>Apa itu eCampus?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914400" y="1030287"/>
            <a:ext cx="8040688" cy="5446713"/>
          </a:xfrm>
        </p:spPr>
        <p:txBody>
          <a:bodyPr/>
          <a:lstStyle/>
          <a:p>
            <a:pPr algn="just"/>
            <a:r>
              <a:rPr lang="sv-SE" sz="2000" dirty="0" smtClean="0"/>
              <a:t>Merupakan aplikasi lengkap (</a:t>
            </a:r>
            <a:r>
              <a:rPr lang="sv-SE" sz="2000" i="1" dirty="0" smtClean="0"/>
              <a:t>enterprise</a:t>
            </a:r>
            <a:r>
              <a:rPr lang="sv-SE" sz="2000" dirty="0" smtClean="0"/>
              <a:t>)</a:t>
            </a:r>
            <a:r>
              <a:rPr lang="id-ID" sz="2000" dirty="0" smtClean="0"/>
              <a:t> dan terpadu/terintegrasi</a:t>
            </a:r>
            <a:r>
              <a:rPr lang="sv-SE" sz="2000" dirty="0" smtClean="0"/>
              <a:t> berbasis web yang membantu pengelolaan/pengadministrasian </a:t>
            </a:r>
            <a:r>
              <a:rPr lang="id-ID" sz="2000" dirty="0" smtClean="0"/>
              <a:t>berbagai </a:t>
            </a:r>
            <a:r>
              <a:rPr lang="sv-SE" sz="2000" dirty="0" smtClean="0"/>
              <a:t>kegiatan</a:t>
            </a:r>
            <a:r>
              <a:rPr lang="id-ID" sz="2000" dirty="0"/>
              <a:t> </a:t>
            </a:r>
            <a:r>
              <a:rPr lang="id-ID" sz="2000" dirty="0" smtClean="0"/>
              <a:t>dalam rangka terselenggaranya proses belajar-mengajar yang efektif dan efisien </a:t>
            </a:r>
            <a:r>
              <a:rPr lang="sv-SE" sz="2000" dirty="0" smtClean="0"/>
              <a:t>di suatu lembaga pendidikan tinggi (Universitas, Institut</a:t>
            </a:r>
            <a:r>
              <a:rPr lang="id-ID" sz="2000" dirty="0" smtClean="0"/>
              <a:t>, Sekolah </a:t>
            </a:r>
            <a:r>
              <a:rPr lang="sv-SE" sz="2000" dirty="0" smtClean="0"/>
              <a:t>Tinggi, Politeknik, Akademi, dll.). </a:t>
            </a:r>
          </a:p>
          <a:p>
            <a:pPr algn="just"/>
            <a:r>
              <a:rPr lang="id-ID" sz="2000" dirty="0" smtClean="0"/>
              <a:t>Terintegrasi yang dimaksud meliputi:</a:t>
            </a:r>
          </a:p>
          <a:p>
            <a:pPr lvl="1" algn="just"/>
            <a:r>
              <a:rPr lang="id-ID" sz="1800" dirty="0" smtClean="0"/>
              <a:t>Terintegrasi dengan eksternal yang terkait</a:t>
            </a:r>
          </a:p>
          <a:p>
            <a:pPr lvl="1" algn="just"/>
            <a:r>
              <a:rPr lang="id-ID" sz="1800" dirty="0" smtClean="0"/>
              <a:t>Terintegrasi internal antar modul</a:t>
            </a:r>
          </a:p>
          <a:p>
            <a:pPr algn="just"/>
            <a:r>
              <a:rPr lang="id-ID" sz="2000" dirty="0" smtClean="0"/>
              <a:t>Kegiatan yang dimaksud, diantaranya:</a:t>
            </a:r>
          </a:p>
          <a:p>
            <a:pPr lvl="1" algn="just"/>
            <a:r>
              <a:rPr lang="id-ID" sz="1800" dirty="0" smtClean="0"/>
              <a:t>Seleksi Penerimaan Mahasiswa Baru (SPMB)</a:t>
            </a:r>
          </a:p>
          <a:p>
            <a:pPr lvl="1" algn="just"/>
            <a:r>
              <a:rPr lang="id-ID" sz="1800" dirty="0" smtClean="0"/>
              <a:t>Akademik (core eCampus)</a:t>
            </a:r>
          </a:p>
          <a:p>
            <a:pPr lvl="1" algn="just"/>
            <a:r>
              <a:rPr lang="id-ID" sz="1800" dirty="0" smtClean="0"/>
              <a:t>Keuangan </a:t>
            </a:r>
          </a:p>
          <a:p>
            <a:pPr lvl="1" algn="just"/>
            <a:r>
              <a:rPr lang="id-ID" sz="1800" dirty="0" smtClean="0"/>
              <a:t>Perpustakaan</a:t>
            </a:r>
          </a:p>
          <a:p>
            <a:pPr lvl="1" algn="just"/>
            <a:r>
              <a:rPr lang="id-ID" sz="1800" dirty="0" smtClean="0"/>
              <a:t>Kepegawaian</a:t>
            </a:r>
          </a:p>
          <a:p>
            <a:pPr lvl="1" algn="just"/>
            <a:r>
              <a:rPr lang="id-ID" sz="1800" smtClean="0"/>
              <a:t>Penelitian dan Pengabdian Masyarakat</a:t>
            </a:r>
          </a:p>
          <a:p>
            <a:pPr lvl="1" algn="just"/>
            <a:r>
              <a:rPr lang="id-ID" sz="1800" smtClean="0"/>
              <a:t>Dll</a:t>
            </a:r>
            <a:r>
              <a:rPr lang="id-ID" sz="1800" dirty="0" smtClean="0"/>
              <a:t>.</a:t>
            </a:r>
            <a:endParaRPr lang="sv-SE" sz="1800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 smtClean="0"/>
              <a:t>Modul eCampus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76400"/>
            <a:ext cx="562053" cy="373432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62" y="1"/>
            <a:ext cx="7348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852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" y="1066424"/>
            <a:ext cx="9034907" cy="55534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7793037" cy="762000"/>
          </a:xfrm>
        </p:spPr>
        <p:txBody>
          <a:bodyPr/>
          <a:lstStyle/>
          <a:p>
            <a:r>
              <a:rPr lang="id-ID" dirty="0"/>
              <a:t>Apa itu eCampus?</a:t>
            </a:r>
            <a:endParaRPr lang="en-US" dirty="0"/>
          </a:p>
        </p:txBody>
      </p:sp>
      <p:sp>
        <p:nvSpPr>
          <p:cNvPr id="3" name="Oval 2"/>
          <p:cNvSpPr/>
          <p:nvPr/>
        </p:nvSpPr>
        <p:spPr bwMode="auto">
          <a:xfrm>
            <a:off x="6629400" y="5943600"/>
            <a:ext cx="2162175" cy="60008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Modul Dosen</a:t>
            </a:r>
          </a:p>
        </p:txBody>
      </p:sp>
      <p:cxnSp>
        <p:nvCxnSpPr>
          <p:cNvPr id="6" name="Straight Arrow Connector 5"/>
          <p:cNvCxnSpPr/>
          <p:nvPr/>
        </p:nvCxnSpPr>
        <p:spPr bwMode="auto">
          <a:xfrm>
            <a:off x="4953000" y="5410200"/>
            <a:ext cx="1676400" cy="83344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5136414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 smtClean="0"/>
              <a:t>(Core) eCampus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sv-SE" sz="2800" dirty="0" smtClean="0"/>
              <a:t>Merupakan aplikasi lengkap (</a:t>
            </a:r>
            <a:r>
              <a:rPr lang="sv-SE" sz="2800" i="1" dirty="0" smtClean="0"/>
              <a:t>enterprise</a:t>
            </a:r>
            <a:r>
              <a:rPr lang="sv-SE" sz="2800" dirty="0" smtClean="0"/>
              <a:t>)</a:t>
            </a:r>
            <a:r>
              <a:rPr lang="id-ID" sz="2800" dirty="0" smtClean="0"/>
              <a:t> dan terpadu/terintegrasi</a:t>
            </a:r>
            <a:r>
              <a:rPr lang="sv-SE" sz="2800" dirty="0" smtClean="0"/>
              <a:t> berbasis web yang membantu pengelolaan/pengadministrasian kegiatan</a:t>
            </a:r>
            <a:r>
              <a:rPr lang="id-ID" sz="2800" dirty="0" smtClean="0"/>
              <a:t> akademik </a:t>
            </a:r>
            <a:r>
              <a:rPr lang="sv-SE" sz="2800" dirty="0" smtClean="0"/>
              <a:t>di suatu lembaga pendidikan tinggi (Universitas, Institut</a:t>
            </a:r>
            <a:r>
              <a:rPr lang="id-ID" sz="2800" dirty="0" smtClean="0"/>
              <a:t>, Sekolah </a:t>
            </a:r>
            <a:r>
              <a:rPr lang="sv-SE" sz="2800" dirty="0" smtClean="0"/>
              <a:t>Tinggi, Politeknik, Akademi, dll.). </a:t>
            </a:r>
          </a:p>
          <a:p>
            <a:pPr algn="just"/>
            <a:r>
              <a:rPr lang="sv-SE" sz="2800" dirty="0" smtClean="0"/>
              <a:t>Pengelolaan yang dimaksud antara lain mulai dari pendataan (mahasiswa baru, dosen, fakultas, prodi, mata kuliah, kurikulum, dll.), penjadwalan perkulihan, </a:t>
            </a:r>
            <a:r>
              <a:rPr lang="sv-SE" sz="2800" dirty="0" smtClean="0">
                <a:solidFill>
                  <a:srgbClr val="0070C0"/>
                </a:solidFill>
              </a:rPr>
              <a:t>kegiatan belajar mengajar (presensi/absensi kuliah, pemberian materi, quiz, UAS, UTS, dll.)</a:t>
            </a:r>
            <a:r>
              <a:rPr lang="sv-SE" sz="2800" dirty="0" smtClean="0"/>
              <a:t>, sampai dengan pelaporan data.</a:t>
            </a:r>
          </a:p>
        </p:txBody>
      </p:sp>
      <p:sp>
        <p:nvSpPr>
          <p:cNvPr id="2" name="Oval 1"/>
          <p:cNvSpPr/>
          <p:nvPr/>
        </p:nvSpPr>
        <p:spPr bwMode="auto">
          <a:xfrm>
            <a:off x="2037556" y="1752600"/>
            <a:ext cx="6019800" cy="106680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d-ID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rPr>
              <a:t>Fitur eLearning</a:t>
            </a: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 flipV="1">
            <a:off x="5257800" y="2971800"/>
            <a:ext cx="914400" cy="1981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8315255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Apa itu e-Learning?</a:t>
            </a:r>
            <a:endParaRPr 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990600"/>
            <a:ext cx="8040688" cy="5486400"/>
          </a:xfrm>
        </p:spPr>
        <p:txBody>
          <a:bodyPr/>
          <a:lstStyle/>
          <a:p>
            <a:pPr algn="just">
              <a:defRPr/>
            </a:pPr>
            <a:r>
              <a:rPr lang="id-ID" sz="2000" dirty="0" smtClean="0">
                <a:latin typeface="Krungthep"/>
                <a:cs typeface="Krungthep"/>
              </a:rPr>
              <a:t>An application to fasilitate </a:t>
            </a:r>
            <a:r>
              <a:rPr lang="id-ID" sz="2000" i="1" dirty="0" smtClean="0">
                <a:latin typeface="Krungthep"/>
                <a:cs typeface="Krungthep"/>
              </a:rPr>
              <a:t>“long distance learning activities”</a:t>
            </a:r>
            <a:r>
              <a:rPr lang="id-ID" sz="2000" dirty="0" smtClean="0">
                <a:latin typeface="Krungthep"/>
                <a:cs typeface="Krungthep"/>
              </a:rPr>
              <a:t> (lecturer and student in a web)        </a:t>
            </a:r>
            <a:endParaRPr lang="en-US" sz="2000" dirty="0" smtClean="0">
              <a:latin typeface="Krungthep"/>
              <a:cs typeface="Krungthep"/>
            </a:endParaRPr>
          </a:p>
          <a:p>
            <a:pPr algn="just">
              <a:defRPr/>
            </a:pPr>
            <a:r>
              <a:rPr lang="id-ID" sz="2000" dirty="0" smtClean="0">
                <a:latin typeface="Krungthep"/>
                <a:cs typeface="Krungthep"/>
              </a:rPr>
              <a:t>Application cover l</a:t>
            </a:r>
            <a:r>
              <a:rPr lang="id-ID" sz="2000" dirty="0" smtClean="0"/>
              <a:t>earning activities from material preparation</a:t>
            </a:r>
            <a:r>
              <a:rPr lang="id-ID" sz="2000" dirty="0" smtClean="0">
                <a:latin typeface="Krungthep"/>
                <a:cs typeface="Krungthep"/>
              </a:rPr>
              <a:t>, material dissemination, teacher and student interaction until the mid test and final test.</a:t>
            </a:r>
          </a:p>
          <a:p>
            <a:pPr algn="just">
              <a:defRPr/>
            </a:pPr>
            <a:r>
              <a:rPr lang="en-US" sz="2000" dirty="0">
                <a:latin typeface="Krungthep"/>
                <a:cs typeface="Krungthep"/>
              </a:rPr>
              <a:t>In Indonesia, e-learning grow through educational institutions &amp; (ICT) training center, especially higher education (universities, colleges, etc.)        </a:t>
            </a:r>
          </a:p>
          <a:p>
            <a:pPr algn="just">
              <a:defRPr/>
            </a:pPr>
            <a:r>
              <a:rPr lang="en-US" sz="2000" dirty="0">
                <a:latin typeface="Krungthep"/>
                <a:cs typeface="Krungthep"/>
              </a:rPr>
              <a:t>How they implement the e-learning?</a:t>
            </a:r>
          </a:p>
          <a:p>
            <a:pPr lvl="1" algn="just">
              <a:defRPr/>
            </a:pPr>
            <a:r>
              <a:rPr lang="en-US" sz="1600" dirty="0">
                <a:latin typeface="Krungthep"/>
                <a:cs typeface="Krungthep"/>
              </a:rPr>
              <a:t>Use free/open source Learning Management system, such as: </a:t>
            </a:r>
            <a:r>
              <a:rPr lang="en-US" sz="1600" dirty="0" err="1">
                <a:latin typeface="Krungthep"/>
                <a:cs typeface="Krungthep"/>
              </a:rPr>
              <a:t>moodle</a:t>
            </a:r>
            <a:r>
              <a:rPr lang="en-US" sz="1600" dirty="0">
                <a:latin typeface="Krungthep"/>
                <a:cs typeface="Krungthep"/>
              </a:rPr>
              <a:t>, A-Tutor, etc.</a:t>
            </a:r>
          </a:p>
          <a:p>
            <a:pPr lvl="1" algn="just">
              <a:defRPr/>
            </a:pPr>
            <a:r>
              <a:rPr lang="en-US" sz="1600" dirty="0">
                <a:latin typeface="Krungthep"/>
                <a:cs typeface="Krungthep"/>
              </a:rPr>
              <a:t>Developed by 3rd party (external resources) based on their requirements</a:t>
            </a:r>
          </a:p>
          <a:p>
            <a:pPr lvl="1" algn="just">
              <a:defRPr/>
            </a:pPr>
            <a:r>
              <a:rPr lang="en-US" sz="1600" dirty="0">
                <a:latin typeface="Krungthep"/>
                <a:cs typeface="Krungthep"/>
              </a:rPr>
              <a:t>Developed by their own(internal) resources</a:t>
            </a:r>
          </a:p>
          <a:p>
            <a:pPr algn="just">
              <a:defRPr/>
            </a:pPr>
            <a:r>
              <a:rPr lang="en-US" sz="2000" dirty="0">
                <a:latin typeface="Krungthep"/>
                <a:cs typeface="Krungthep"/>
              </a:rPr>
              <a:t>Some of the higher education in Indonesia, implement e-learning integrated with their e-campus/academic information system. </a:t>
            </a:r>
            <a:endParaRPr lang="en-US" sz="2000" dirty="0" smtClean="0">
              <a:latin typeface="Krungthep"/>
              <a:cs typeface="Krungthep"/>
            </a:endParaRPr>
          </a:p>
          <a:p>
            <a:pPr algn="just">
              <a:defRPr/>
            </a:pPr>
            <a:endParaRPr lang="en-US" sz="2000" dirty="0">
              <a:latin typeface="Krungthep"/>
              <a:cs typeface="Krungthep"/>
            </a:endParaRPr>
          </a:p>
        </p:txBody>
      </p:sp>
    </p:spTree>
    <p:extLst>
      <p:ext uri="{BB962C8B-B14F-4D97-AF65-F5344CB8AC3E}">
        <p14:creationId xmlns:p14="http://schemas.microsoft.com/office/powerpoint/2010/main" val="41159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 smtClean="0"/>
              <a:t>Apa itu eLearning?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800" y="1030287"/>
            <a:ext cx="8269288" cy="5446713"/>
          </a:xfrm>
        </p:spPr>
        <p:txBody>
          <a:bodyPr/>
          <a:lstStyle/>
          <a:p>
            <a:pPr algn="just"/>
            <a:r>
              <a:rPr lang="id-ID" sz="2800" dirty="0"/>
              <a:t>Terminologi e-learning muncul dan mulai digunakan sejak akhir tahun 1990-an.</a:t>
            </a:r>
          </a:p>
          <a:p>
            <a:pPr algn="just"/>
            <a:r>
              <a:rPr lang="sv-SE" sz="2800" dirty="0" smtClean="0"/>
              <a:t>e-learning </a:t>
            </a:r>
            <a:r>
              <a:rPr lang="sv-SE" sz="2800" dirty="0"/>
              <a:t>merupakan </a:t>
            </a:r>
            <a:r>
              <a:rPr lang="sv-SE" sz="2800" dirty="0" smtClean="0"/>
              <a:t>kegiatan</a:t>
            </a:r>
            <a:r>
              <a:rPr lang="id-ID" sz="2800" dirty="0" smtClean="0"/>
              <a:t> </a:t>
            </a:r>
            <a:r>
              <a:rPr lang="sv-SE" sz="2800" dirty="0" smtClean="0"/>
              <a:t>pembelajaran </a:t>
            </a:r>
            <a:r>
              <a:rPr lang="sv-SE" sz="2800" dirty="0"/>
              <a:t>yang memanfaatkan </a:t>
            </a:r>
            <a:r>
              <a:rPr lang="id-ID" sz="2800" dirty="0" smtClean="0"/>
              <a:t>Teknologi Informasi dan Komunikasi (TIK) termasuk </a:t>
            </a:r>
            <a:r>
              <a:rPr lang="sv-SE" sz="2800" dirty="0" smtClean="0"/>
              <a:t>jaringan </a:t>
            </a:r>
            <a:r>
              <a:rPr lang="sv-SE" sz="2800" dirty="0"/>
              <a:t>(internet, LAN, </a:t>
            </a:r>
            <a:r>
              <a:rPr lang="sv-SE" sz="2800" dirty="0" smtClean="0"/>
              <a:t>WAN)</a:t>
            </a:r>
            <a:r>
              <a:rPr lang="id-ID" sz="2800" dirty="0" smtClean="0"/>
              <a:t> </a:t>
            </a:r>
            <a:r>
              <a:rPr lang="sv-SE" sz="2800" dirty="0" smtClean="0"/>
              <a:t>sebagai </a:t>
            </a:r>
            <a:r>
              <a:rPr lang="sv-SE" sz="2800" dirty="0"/>
              <a:t>metode penyampaian, interaksi, dan fasilitas yang </a:t>
            </a:r>
            <a:r>
              <a:rPr lang="sv-SE" sz="2800" dirty="0" smtClean="0"/>
              <a:t>didukung</a:t>
            </a:r>
            <a:r>
              <a:rPr lang="id-ID" sz="2800" dirty="0" smtClean="0"/>
              <a:t> </a:t>
            </a:r>
            <a:r>
              <a:rPr lang="sv-SE" sz="2800" dirty="0" smtClean="0"/>
              <a:t>oleh </a:t>
            </a:r>
            <a:r>
              <a:rPr lang="sv-SE" sz="2800" dirty="0"/>
              <a:t>berbagai bentuk layanan belajar </a:t>
            </a:r>
            <a:r>
              <a:rPr lang="sv-SE" sz="2800" dirty="0" smtClean="0"/>
              <a:t>lainnya</a:t>
            </a:r>
            <a:r>
              <a:rPr lang="id-ID" sz="2800" dirty="0" smtClean="0"/>
              <a:t>.</a:t>
            </a:r>
            <a:r>
              <a:rPr lang="sv-SE" sz="2800" dirty="0" smtClean="0"/>
              <a:t> </a:t>
            </a:r>
          </a:p>
          <a:p>
            <a:pPr algn="just"/>
            <a:r>
              <a:rPr lang="id-ID" sz="2800" dirty="0" smtClean="0"/>
              <a:t>Materi dapat disampaikan melalui audio, video, maupun file-file dalam format lainnya (*.ppt, *.pdf, dll.)</a:t>
            </a:r>
          </a:p>
        </p:txBody>
      </p:sp>
    </p:spTree>
    <p:extLst>
      <p:ext uri="{BB962C8B-B14F-4D97-AF65-F5344CB8AC3E}">
        <p14:creationId xmlns:p14="http://schemas.microsoft.com/office/powerpoint/2010/main" val="6674339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 bwMode="auto">
          <a:xfrm>
            <a:off x="5486400" y="914400"/>
            <a:ext cx="3429000" cy="396240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7793037" cy="762000"/>
          </a:xfrm>
        </p:spPr>
        <p:txBody>
          <a:bodyPr/>
          <a:lstStyle/>
          <a:p>
            <a:r>
              <a:rPr lang="id-ID" dirty="0" smtClean="0"/>
              <a:t>Akses (Core) eCampus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90600"/>
            <a:ext cx="3733800" cy="5638800"/>
          </a:xfrm>
        </p:spPr>
        <p:txBody>
          <a:bodyPr/>
          <a:lstStyle/>
          <a:p>
            <a:r>
              <a:rPr lang="id-ID" sz="2000" dirty="0" smtClean="0"/>
              <a:t>Bagian Akademik/ Admin Akademik</a:t>
            </a:r>
          </a:p>
          <a:p>
            <a:pPr lvl="1"/>
            <a:r>
              <a:rPr lang="en-US" sz="1800" dirty="0" err="1" smtClean="0"/>
              <a:t>Pendataan</a:t>
            </a:r>
            <a:r>
              <a:rPr lang="en-US" sz="1800" dirty="0" smtClean="0"/>
              <a:t> </a:t>
            </a:r>
            <a:r>
              <a:rPr lang="id-ID" sz="1800" dirty="0" smtClean="0"/>
              <a:t>Mahasiswa</a:t>
            </a:r>
          </a:p>
          <a:p>
            <a:pPr lvl="1"/>
            <a:r>
              <a:rPr lang="en-US" sz="1800" dirty="0" err="1" smtClean="0"/>
              <a:t>Pendataan</a:t>
            </a:r>
            <a:r>
              <a:rPr lang="en-US" sz="1800" dirty="0" smtClean="0"/>
              <a:t> </a:t>
            </a:r>
            <a:r>
              <a:rPr lang="en-US" sz="1800" dirty="0" err="1" smtClean="0"/>
              <a:t>Dosen</a:t>
            </a:r>
            <a:endParaRPr lang="id-ID" sz="1800" dirty="0" smtClean="0"/>
          </a:p>
          <a:p>
            <a:pPr lvl="1"/>
            <a:r>
              <a:rPr lang="en-US" sz="1800" dirty="0" err="1" smtClean="0"/>
              <a:t>Pendataan</a:t>
            </a:r>
            <a:r>
              <a:rPr lang="en-US" sz="1800" dirty="0" smtClean="0"/>
              <a:t> </a:t>
            </a:r>
            <a:r>
              <a:rPr lang="en-US" sz="1800" dirty="0"/>
              <a:t>Mata </a:t>
            </a:r>
            <a:r>
              <a:rPr lang="en-US" sz="1800" dirty="0" err="1" smtClean="0"/>
              <a:t>Kuliah</a:t>
            </a:r>
            <a:endParaRPr lang="id-ID" sz="1800" dirty="0" smtClean="0"/>
          </a:p>
          <a:p>
            <a:pPr lvl="1"/>
            <a:r>
              <a:rPr lang="id-ID" sz="1800" dirty="0" smtClean="0"/>
              <a:t>Pendataan Kurikulum</a:t>
            </a:r>
          </a:p>
          <a:p>
            <a:pPr lvl="1"/>
            <a:r>
              <a:rPr lang="en-US" sz="1800" dirty="0" err="1"/>
              <a:t>Penjadwalan</a:t>
            </a:r>
            <a:r>
              <a:rPr lang="en-US" sz="1800" dirty="0"/>
              <a:t> </a:t>
            </a:r>
            <a:r>
              <a:rPr lang="en-US" sz="1800" dirty="0" err="1"/>
              <a:t>Kalender</a:t>
            </a:r>
            <a:r>
              <a:rPr lang="en-US" sz="1800" dirty="0"/>
              <a:t> </a:t>
            </a:r>
            <a:r>
              <a:rPr lang="en-US" sz="1800" dirty="0" err="1"/>
              <a:t>Akademik</a:t>
            </a:r>
            <a:endParaRPr lang="id-ID" sz="1800" dirty="0"/>
          </a:p>
          <a:p>
            <a:pPr lvl="1"/>
            <a:r>
              <a:rPr lang="en-US" sz="1800" dirty="0" err="1"/>
              <a:t>Penjadwalan</a:t>
            </a:r>
            <a:r>
              <a:rPr lang="en-US" sz="1800" dirty="0"/>
              <a:t> </a:t>
            </a:r>
            <a:r>
              <a:rPr lang="en-US" sz="1800" dirty="0" smtClean="0"/>
              <a:t>P</a:t>
            </a:r>
            <a:r>
              <a:rPr lang="id-ID" sz="1800" dirty="0" smtClean="0"/>
              <a:t>erkuliahan</a:t>
            </a:r>
          </a:p>
          <a:p>
            <a:pPr lvl="1"/>
            <a:r>
              <a:rPr lang="id-ID" sz="1800" dirty="0" smtClean="0"/>
              <a:t>Cetak Absensi</a:t>
            </a:r>
          </a:p>
          <a:p>
            <a:pPr lvl="1"/>
            <a:r>
              <a:rPr lang="id-ID" sz="1800" dirty="0" smtClean="0"/>
              <a:t>Dll.</a:t>
            </a:r>
          </a:p>
          <a:p>
            <a:r>
              <a:rPr lang="id-ID" sz="2200" dirty="0" smtClean="0"/>
              <a:t>Bagian Keuangan</a:t>
            </a:r>
          </a:p>
          <a:p>
            <a:pPr lvl="1"/>
            <a:r>
              <a:rPr lang="id-ID" sz="1800" dirty="0" smtClean="0"/>
              <a:t>Pengaturan biaya</a:t>
            </a:r>
          </a:p>
          <a:p>
            <a:pPr lvl="1"/>
            <a:r>
              <a:rPr lang="id-ID" sz="1800" dirty="0" smtClean="0"/>
              <a:t>Pembayaran mahasiswa</a:t>
            </a:r>
          </a:p>
          <a:p>
            <a:pPr lvl="1"/>
            <a:r>
              <a:rPr lang="id-ID" sz="1800" dirty="0" smtClean="0"/>
              <a:t>Monitor pembayaran mahasiswa</a:t>
            </a:r>
          </a:p>
          <a:p>
            <a:pPr lvl="1"/>
            <a:r>
              <a:rPr lang="id-ID" sz="1800" dirty="0" smtClean="0"/>
              <a:t>Dll.</a:t>
            </a:r>
            <a:endParaRPr lang="id-ID" sz="1800" dirty="0"/>
          </a:p>
          <a:p>
            <a:pPr lvl="1"/>
            <a:endParaRPr lang="id-ID" dirty="0" smtClean="0"/>
          </a:p>
          <a:p>
            <a:pPr lvl="1"/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5181600" y="990600"/>
            <a:ext cx="37338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id-ID" sz="2000" kern="0" dirty="0" smtClean="0"/>
              <a:t>Dosen / Dosen PA</a:t>
            </a:r>
          </a:p>
          <a:p>
            <a:pPr lvl="1" eaLnBrk="1" hangingPunct="1"/>
            <a:r>
              <a:rPr lang="en-US" sz="1800" kern="0" dirty="0" smtClean="0"/>
              <a:t>E</a:t>
            </a:r>
            <a:r>
              <a:rPr lang="id-ID" sz="1800" kern="0" dirty="0" smtClean="0"/>
              <a:t>dit/input data dosen</a:t>
            </a:r>
          </a:p>
          <a:p>
            <a:pPr lvl="1" eaLnBrk="1" hangingPunct="1"/>
            <a:r>
              <a:rPr lang="en-US" sz="1800" kern="0" dirty="0" smtClean="0"/>
              <a:t>I</a:t>
            </a:r>
            <a:r>
              <a:rPr lang="id-ID" sz="1800" kern="0" dirty="0" smtClean="0"/>
              <a:t>nput nilai</a:t>
            </a:r>
          </a:p>
          <a:p>
            <a:pPr lvl="1" eaLnBrk="1" hangingPunct="1"/>
            <a:r>
              <a:rPr lang="id-ID" sz="1800" kern="0" dirty="0" smtClean="0"/>
              <a:t>Bimbingan Dosen PA (</a:t>
            </a:r>
            <a:r>
              <a:rPr lang="en-US" sz="1800" kern="0" dirty="0" smtClean="0"/>
              <a:t>P</a:t>
            </a:r>
            <a:r>
              <a:rPr lang="id-ID" sz="1800" kern="0" dirty="0" smtClean="0"/>
              <a:t>ersetujuan KRS)</a:t>
            </a:r>
          </a:p>
          <a:p>
            <a:pPr lvl="1" eaLnBrk="1" hangingPunct="1"/>
            <a:r>
              <a:rPr lang="id-ID" sz="1800" kern="0" dirty="0" smtClean="0"/>
              <a:t>Lihat jadwal perkuliahan</a:t>
            </a:r>
          </a:p>
          <a:p>
            <a:pPr lvl="1" eaLnBrk="1" hangingPunct="1"/>
            <a:r>
              <a:rPr lang="id-ID" sz="1800" kern="0" dirty="0" smtClean="0"/>
              <a:t>Aktivitas Perkuliahan (rencana perkulihan, absensi perkuliahan, materi kuliah, Quiz, UTS, UAS,dll.)</a:t>
            </a:r>
          </a:p>
          <a:p>
            <a:pPr lvl="1" eaLnBrk="1" hangingPunct="1"/>
            <a:r>
              <a:rPr lang="id-ID" sz="1800" kern="0" dirty="0" smtClean="0"/>
              <a:t>Bimbingan Tugas Akhir</a:t>
            </a:r>
          </a:p>
          <a:p>
            <a:pPr lvl="1" eaLnBrk="1" hangingPunct="1"/>
            <a:r>
              <a:rPr lang="id-ID" sz="1800" kern="0" dirty="0" smtClean="0"/>
              <a:t>Dll.</a:t>
            </a:r>
          </a:p>
          <a:p>
            <a:pPr eaLnBrk="1" hangingPunct="1"/>
            <a:r>
              <a:rPr lang="id-ID" sz="2000" kern="0" dirty="0" smtClean="0"/>
              <a:t>Mahasiswa</a:t>
            </a:r>
          </a:p>
          <a:p>
            <a:pPr lvl="1" eaLnBrk="1" hangingPunct="1"/>
            <a:r>
              <a:rPr lang="en-US" sz="1800" kern="0" dirty="0"/>
              <a:t>E</a:t>
            </a:r>
            <a:r>
              <a:rPr lang="id-ID" sz="1800" kern="0" dirty="0"/>
              <a:t>dit/input </a:t>
            </a:r>
            <a:r>
              <a:rPr lang="id-ID" sz="1800" kern="0" dirty="0" smtClean="0"/>
              <a:t>data mahasiswa</a:t>
            </a:r>
          </a:p>
          <a:p>
            <a:pPr lvl="1" eaLnBrk="1" hangingPunct="1"/>
            <a:r>
              <a:rPr lang="id-ID" sz="1800" kern="0" dirty="0" smtClean="0"/>
              <a:t>Isi KRS</a:t>
            </a:r>
          </a:p>
          <a:p>
            <a:pPr lvl="1" eaLnBrk="1" hangingPunct="1"/>
            <a:r>
              <a:rPr lang="id-ID" sz="1800" kern="0" dirty="0" smtClean="0"/>
              <a:t>Download materi kuliah</a:t>
            </a:r>
          </a:p>
          <a:p>
            <a:pPr lvl="1" eaLnBrk="1" hangingPunct="1"/>
            <a:r>
              <a:rPr lang="id-ID" sz="1800" kern="0" dirty="0" smtClean="0"/>
              <a:t>Lihat nilai</a:t>
            </a:r>
          </a:p>
          <a:p>
            <a:pPr lvl="1" eaLnBrk="1" hangingPunct="1"/>
            <a:r>
              <a:rPr lang="id-ID" sz="1800" kern="0" dirty="0" smtClean="0"/>
              <a:t>Dll.</a:t>
            </a:r>
          </a:p>
          <a:p>
            <a:pPr lvl="1" eaLnBrk="1" hangingPunct="1"/>
            <a:endParaRPr lang="id-ID" kern="0" dirty="0" smtClean="0"/>
          </a:p>
          <a:p>
            <a:pPr lvl="1" eaLnBrk="1" hangingPunct="1"/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2048892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7" dur="indefinite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49" dur="indefinite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build="p"/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Flow (Core) eCampus</a:t>
            </a:r>
            <a:endParaRPr lang="id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143856"/>
            <a:ext cx="9220200" cy="548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2230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5462"/>
            <a:ext cx="6445845" cy="7365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012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 bwMode="auto">
          <a:xfrm>
            <a:off x="838200" y="2743200"/>
            <a:ext cx="7848600" cy="274320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 smtClean="0"/>
              <a:t>Fitur Modul Mahasiswa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Biodata mahasiswa</a:t>
            </a:r>
            <a:endParaRPr lang="id-ID" dirty="0"/>
          </a:p>
          <a:p>
            <a:r>
              <a:rPr lang="id-ID" dirty="0" smtClean="0"/>
              <a:t>Bimbingan PA </a:t>
            </a:r>
            <a:r>
              <a:rPr lang="id-ID" dirty="0"/>
              <a:t>(Persetujuan KRS)</a:t>
            </a:r>
          </a:p>
          <a:p>
            <a:r>
              <a:rPr lang="id-ID" dirty="0" smtClean="0"/>
              <a:t>Jadwal Perkuliahan mahasiswa</a:t>
            </a:r>
            <a:endParaRPr lang="id-ID" dirty="0"/>
          </a:p>
          <a:p>
            <a:r>
              <a:rPr lang="id-ID" dirty="0"/>
              <a:t>Aktivitas Perkuliahan (rencana perkulihan, absensi perkuliahan, materi kuliah, Quiz, UTS, UAS,dll.)</a:t>
            </a:r>
          </a:p>
          <a:p>
            <a:r>
              <a:rPr lang="id-ID" dirty="0" smtClean="0"/>
              <a:t>Penilaian</a:t>
            </a:r>
          </a:p>
          <a:p>
            <a:r>
              <a:rPr lang="id-ID" dirty="0" smtClean="0"/>
              <a:t>Bimbingan </a:t>
            </a:r>
            <a:r>
              <a:rPr lang="id-ID" dirty="0"/>
              <a:t>Tugas Akhir</a:t>
            </a:r>
          </a:p>
          <a:p>
            <a:r>
              <a:rPr lang="id-ID" dirty="0"/>
              <a:t>Dll</a:t>
            </a:r>
            <a:r>
              <a:rPr lang="id-ID" dirty="0" smtClean="0"/>
              <a:t>.</a:t>
            </a:r>
          </a:p>
          <a:p>
            <a:endParaRPr lang="en-US" dirty="0" smtClean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0"/>
            <a:ext cx="7793037" cy="838200"/>
          </a:xfrm>
        </p:spPr>
        <p:txBody>
          <a:bodyPr/>
          <a:lstStyle/>
          <a:p>
            <a:r>
              <a:rPr lang="id-ID" dirty="0" smtClean="0"/>
              <a:t>Fitur Detil</a:t>
            </a:r>
            <a:endParaRPr lang="en-US" dirty="0"/>
          </a:p>
        </p:txBody>
      </p:sp>
      <p:pic>
        <p:nvPicPr>
          <p:cNvPr id="8" name="Picture 7" descr="Menu_LoginDosen.png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9458" y="788122"/>
            <a:ext cx="3382742" cy="6069878"/>
          </a:xfrm>
          <a:prstGeom prst="rect">
            <a:avLst/>
          </a:prstGeom>
        </p:spPr>
      </p:pic>
      <p:pic>
        <p:nvPicPr>
          <p:cNvPr id="9" name="Picture 8" descr="Menu_LoginMahasiswa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41299" y="329009"/>
            <a:ext cx="3402701" cy="6528991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743"/>
            <a:ext cx="2924583" cy="667795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 bwMode="auto">
          <a:xfrm>
            <a:off x="2924583" y="3200400"/>
            <a:ext cx="2714217" cy="2057400"/>
          </a:xfrm>
          <a:prstGeom prst="roundRect">
            <a:avLst/>
          </a:prstGeom>
          <a:solidFill>
            <a:schemeClr val="accent1">
              <a:alpha val="2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d-ID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Aktivitas Perkuliahan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90600"/>
            <a:ext cx="9144000" cy="473660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7000"/>
            <a:ext cx="9144000" cy="39047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67000"/>
            <a:ext cx="9144000" cy="39288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8250"/>
            <a:ext cx="9144000" cy="392086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4586"/>
            <a:ext cx="9144000" cy="38748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0954"/>
            <a:ext cx="9144000" cy="425609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41681"/>
            <a:ext cx="9144000" cy="20530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124" y="2540650"/>
            <a:ext cx="9144000" cy="254882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67806"/>
            <a:ext cx="9144000" cy="323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7972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Login Mahasiswa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Untuk dapat login sbg Mahasiswa, masukkan username dan password sesuai dengan username password mahasiswa, default Username NIM password NIM.</a:t>
            </a:r>
          </a:p>
          <a:p>
            <a:r>
              <a:rPr lang="id-ID" dirty="0" smtClean="0"/>
              <a:t>Jika terdapat kendala, dapat meminta tolong ke bagian TIPD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973589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Halaman Utama</a:t>
            </a:r>
            <a:endParaRPr lang="id-ID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091419"/>
            <a:ext cx="8040688" cy="494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1975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Biodata Mahasiswa</a:t>
            </a:r>
            <a:endParaRPr lang="id-ID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600" y="1143000"/>
            <a:ext cx="5536066" cy="5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80710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Biodata Mahasiswa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295400"/>
            <a:ext cx="9066679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89175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Hubungkan ke Sosial Media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10" y="1371600"/>
            <a:ext cx="912649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20136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Ubah Password</a:t>
            </a:r>
            <a:endParaRPr lang="id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089947"/>
            <a:ext cx="8040688" cy="494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01428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2209800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 eaLnBrk="1" hangingPunct="1">
              <a:defRPr/>
            </a:pPr>
            <a:r>
              <a:rPr lang="id-ID" sz="4000" dirty="0"/>
              <a:t>KRS Mahasiswa</a:t>
            </a: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30152805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Ambil KRS Mahasiswa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400" y="1295400"/>
            <a:ext cx="4191000" cy="510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775654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Data KRS </a:t>
            </a:r>
            <a:r>
              <a:rPr lang="id-ID" dirty="0"/>
              <a:t>Mahasiswa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508956"/>
            <a:ext cx="8040688" cy="41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24768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Data KRS Mahasiswa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143000"/>
            <a:ext cx="6858000" cy="5393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321910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Pilih Matakuliah saat KRS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6554" y="990600"/>
            <a:ext cx="6176380" cy="5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839802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Tanya jawab </a:t>
            </a:r>
            <a:r>
              <a:rPr lang="id-ID" dirty="0"/>
              <a:t>KRS Mahasiswa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129054"/>
            <a:ext cx="8040688" cy="486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14279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Tanya jawab </a:t>
            </a:r>
            <a:r>
              <a:rPr lang="id-ID" dirty="0"/>
              <a:t>KRS Mahasiswa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7727" y="1143000"/>
            <a:ext cx="8040688" cy="497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355311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Lihat Status Persetujuan KRS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108116"/>
            <a:ext cx="8040688" cy="4906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96388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7993062" cy="914400"/>
          </a:xfrm>
        </p:spPr>
        <p:txBody>
          <a:bodyPr/>
          <a:lstStyle/>
          <a:p>
            <a:r>
              <a:rPr lang="id-ID" dirty="0" smtClean="0"/>
              <a:t>Cetak KRS, Kartu UTS dan UAS</a:t>
            </a:r>
            <a:endParaRPr lang="id-ID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4441" y="990600"/>
            <a:ext cx="6940605" cy="5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00055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2209800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 eaLnBrk="1" hangingPunct="1">
              <a:defRPr/>
            </a:pPr>
            <a:r>
              <a:rPr lang="id-ID" sz="4000" dirty="0"/>
              <a:t>Konsultasi dengan Dosen PA</a:t>
            </a: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18761943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Konsultasi dengan Dosen PA</a:t>
            </a:r>
            <a:endParaRPr lang="id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8297" y="990600"/>
            <a:ext cx="7652893" cy="5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439050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Konsultasi dengan Dosen PA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Buat Agenda Konsultasi (Bisa dosen / mahasiswa)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063" y="2057400"/>
            <a:ext cx="7267361" cy="453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444684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Konsultasi dengan Dosen PA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Agenda Konsultasi (Bisa dosen / mahasiswa)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38" y="2209800"/>
            <a:ext cx="7253287" cy="4343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23700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Konsultasi dengan Dosen PA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Proses Konsultasi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52600"/>
            <a:ext cx="7986712" cy="431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20540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Konsultasi dengan Dosen PA</a:t>
            </a:r>
            <a:endParaRPr lang="id-ID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Buku Konsultasi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1" y="1524000"/>
            <a:ext cx="8320087" cy="5060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69778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2209800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 eaLnBrk="1" hangingPunct="1">
              <a:defRPr/>
            </a:pPr>
            <a:r>
              <a:rPr lang="id-ID" sz="4000" dirty="0"/>
              <a:t>E-Learning</a:t>
            </a: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28264698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E-Learning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172080"/>
            <a:ext cx="8040688" cy="4778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073005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Diskusi dan Tanya Jawab Perkuliahan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600200"/>
            <a:ext cx="6644859" cy="485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164192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Absensi dan Pengajuan Izin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38" y="1600200"/>
            <a:ext cx="7348537" cy="4994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10863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Absensi dan Pengajuan Izin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00200"/>
            <a:ext cx="8282155" cy="491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11795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Absensi dan Pengajuan Izin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676400"/>
            <a:ext cx="63505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1399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Absensi dan Pengajuan Izin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14" y="1687196"/>
            <a:ext cx="8377021" cy="441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508339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Download Materi Perkuliahan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76400"/>
            <a:ext cx="7039282" cy="499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8430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Download Materi Perkuliahan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752600"/>
            <a:ext cx="8991600" cy="401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710661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Audio dan Video Perkuliahan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938" y="1600200"/>
            <a:ext cx="7005637" cy="4916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176741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Audio dan Video Perkuliahan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560" y="1676400"/>
            <a:ext cx="9103360" cy="460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96866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Tugas Mandiri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7081837" cy="47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0004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Tugas Mandiri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4777" y="1600200"/>
            <a:ext cx="9198777" cy="4919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630902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Ujian Online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538" y="1600200"/>
            <a:ext cx="7443787" cy="500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05943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Ujian Online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3" y="1981200"/>
            <a:ext cx="9003917" cy="386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764483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Ujian Online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557338"/>
            <a:ext cx="8257157" cy="5300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89412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Lihat Jadwal / Agenda Ujian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676400"/>
            <a:ext cx="6176962" cy="4842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062994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Lihat Jadwal / Agenda Ujian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752600"/>
            <a:ext cx="7427613" cy="478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5205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Lihat Jadwal / Agenda Ujian</a:t>
            </a:r>
            <a:endParaRPr lang="id-ID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752600"/>
            <a:ext cx="7427613" cy="478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907371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Pengumuman Perkuliahan</a:t>
            </a:r>
            <a:endParaRPr lang="id-ID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1" y="1828800"/>
            <a:ext cx="8839200" cy="3919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181963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Tugas Kelompok</a:t>
            </a:r>
            <a:endParaRPr lang="id-ID" dirty="0"/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3400" y="1777224"/>
            <a:ext cx="8040688" cy="43705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872368233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E-Learning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 smtClean="0"/>
              <a:t>Buku Referensi</a:t>
            </a:r>
            <a:endParaRPr lang="id-ID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447800"/>
            <a:ext cx="5929312" cy="524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147653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381000" y="2209800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 eaLnBrk="1" hangingPunct="1">
              <a:defRPr/>
            </a:pPr>
            <a:r>
              <a:rPr lang="id-ID" sz="4000" dirty="0" smtClean="0"/>
              <a:t>Presensi Kehadiran Mahasiswa</a:t>
            </a: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50490931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eaLnBrk="1" hangingPunct="1">
              <a:defRPr/>
            </a:pPr>
            <a:r>
              <a:rPr lang="id-ID" dirty="0"/>
              <a:t>Presensi Kehadiran Mahasiswa</a:t>
            </a:r>
            <a:endParaRPr lang="id-ID" sz="2400" b="1" dirty="0">
              <a:latin typeface="Clarendon Condensed" pitchFamily="18" charset="0"/>
            </a:endParaRP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999" y="1371600"/>
            <a:ext cx="8762737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340038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eaLnBrk="1" hangingPunct="1">
              <a:defRPr/>
            </a:pPr>
            <a:r>
              <a:rPr lang="id-ID" dirty="0"/>
              <a:t>Presensi Kehadiran Mahasiswa</a:t>
            </a:r>
            <a:endParaRPr lang="id-ID" sz="2400" b="1" dirty="0">
              <a:latin typeface="Clarendon Condensed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434549"/>
            <a:ext cx="8040688" cy="4254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643629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eaLnBrk="1" hangingPunct="1">
              <a:defRPr/>
            </a:pPr>
            <a:r>
              <a:rPr lang="id-ID" dirty="0"/>
              <a:t>Presensi Kehadiran Mahasiswa</a:t>
            </a:r>
            <a:endParaRPr lang="id-ID" sz="2400" b="1" dirty="0">
              <a:latin typeface="Clarendon Condensed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447800"/>
            <a:ext cx="8361362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297933"/>
      </p:ext>
    </p:extLst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algn="ctr" eaLnBrk="1" hangingPunct="1">
              <a:defRPr/>
            </a:pPr>
            <a:r>
              <a:rPr lang="id-ID" dirty="0"/>
              <a:t>Presensi Kehadiran Mahasiswa</a:t>
            </a:r>
            <a:endParaRPr lang="id-ID" sz="2400" b="1" dirty="0">
              <a:latin typeface="Clarendon Condensed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709963"/>
            <a:ext cx="8040688" cy="3703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293217"/>
      </p:ext>
    </p:extLst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2304366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 eaLnBrk="1" hangingPunct="1">
              <a:defRPr/>
            </a:pPr>
            <a:r>
              <a:rPr lang="id-ID" sz="4000" dirty="0" smtClean="0"/>
              <a:t>Nilai Mahasiswa</a:t>
            </a: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49692283"/>
      </p:ext>
    </p:extLst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d-ID" dirty="0"/>
              <a:t>Nilai </a:t>
            </a:r>
            <a:r>
              <a:rPr lang="id-ID" dirty="0" smtClean="0"/>
              <a:t>Mahasiswa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36" y="1600200"/>
            <a:ext cx="9082164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86121"/>
      </p:ext>
    </p:extLst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id-ID" dirty="0"/>
              <a:t>Nilai </a:t>
            </a:r>
            <a:r>
              <a:rPr lang="id-ID" dirty="0" smtClean="0"/>
              <a:t>Mahasiswa</a:t>
            </a:r>
            <a:endParaRPr lang="id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524000"/>
            <a:ext cx="8622154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323548"/>
      </p:ext>
    </p:extLst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Kartu Hasil Studi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863" y="1447800"/>
            <a:ext cx="901407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02505"/>
      </p:ext>
    </p:extLst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Kartu Hasil Studi</a:t>
            </a:r>
            <a:endParaRPr lang="id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8285" y="990600"/>
            <a:ext cx="7952918" cy="5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215769"/>
      </p:ext>
    </p:extLst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0"/>
            <a:ext cx="7993062" cy="914400"/>
          </a:xfrm>
        </p:spPr>
        <p:txBody>
          <a:bodyPr/>
          <a:lstStyle/>
          <a:p>
            <a:r>
              <a:rPr lang="id-ID" dirty="0" smtClean="0"/>
              <a:t>Transkrip Akademik Sementara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0493" y="990600"/>
            <a:ext cx="7548501" cy="5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088402"/>
      </p:ext>
    </p:extLst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2304366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 eaLnBrk="1" hangingPunct="1">
              <a:defRPr/>
            </a:pPr>
            <a:r>
              <a:rPr lang="id-ID" sz="4000" dirty="0" smtClean="0"/>
              <a:t>Kurikulum dan Kalender Perkuliahan</a:t>
            </a: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6451503"/>
      </p:ext>
    </p:extLst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9" y="0"/>
            <a:ext cx="7688262" cy="914400"/>
          </a:xfrm>
        </p:spPr>
        <p:txBody>
          <a:bodyPr/>
          <a:lstStyle/>
          <a:p>
            <a:pPr lvl="0"/>
            <a:r>
              <a:rPr lang="id-ID" sz="3600" dirty="0"/>
              <a:t>Kurikulum dan Kalender </a:t>
            </a:r>
            <a:r>
              <a:rPr lang="id-ID" sz="3600" dirty="0" smtClean="0"/>
              <a:t>Perkuliahan</a:t>
            </a:r>
            <a:endParaRPr lang="id-ID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" y="1447800"/>
            <a:ext cx="8415848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451883"/>
      </p:ext>
    </p:extLst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9" y="0"/>
            <a:ext cx="7688262" cy="914400"/>
          </a:xfrm>
        </p:spPr>
        <p:txBody>
          <a:bodyPr/>
          <a:lstStyle/>
          <a:p>
            <a:pPr lvl="0"/>
            <a:r>
              <a:rPr lang="id-ID" sz="3600" dirty="0"/>
              <a:t>Kurikulum dan Kalender </a:t>
            </a:r>
            <a:r>
              <a:rPr lang="id-ID" sz="3600" dirty="0" smtClean="0"/>
              <a:t>Perkuliahan</a:t>
            </a:r>
            <a:endParaRPr lang="id-ID" sz="3600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447800"/>
            <a:ext cx="869910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55982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2304366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 eaLnBrk="1" hangingPunct="1">
              <a:defRPr/>
            </a:pPr>
            <a:r>
              <a:rPr lang="id-ID" sz="4000" dirty="0" smtClean="0"/>
              <a:t>Pengajuan-Pengajuan</a:t>
            </a: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44984184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Pengajuan Beasiswa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400" y="1447800"/>
            <a:ext cx="901660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72551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Pengajuan KKN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762916"/>
            <a:ext cx="8040688" cy="35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6528058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Pengajuan PKL</a:t>
            </a:r>
            <a:endParaRPr lang="id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179" y="1524000"/>
            <a:ext cx="9008261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896548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Pengajuan Cuti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447800"/>
            <a:ext cx="8040688" cy="414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787498"/>
      </p:ext>
    </p:extLst>
  </p:cSld>
  <p:clrMapOvr>
    <a:masterClrMapping/>
  </p:clrMapOvr>
  <p:transition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Pengajuan Cuti</a:t>
            </a:r>
            <a:endParaRPr lang="id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4223" y="990600"/>
            <a:ext cx="6481042" cy="5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153791"/>
      </p:ext>
    </p:extLst>
  </p:cSld>
  <p:clrMapOvr>
    <a:masterClrMapping/>
  </p:clrMapOvr>
  <p:transition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Pengajuan Proposal Skripsi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2000" y="1295400"/>
            <a:ext cx="8040688" cy="4581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91876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Pengajuan Proposal Skripsi</a:t>
            </a:r>
            <a:endParaRPr lang="id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2956" y="990600"/>
            <a:ext cx="5943575" cy="5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266293"/>
      </p:ext>
    </p:extLst>
  </p:cSld>
  <p:clrMapOvr>
    <a:masterClrMapping/>
  </p:clrMapOvr>
  <p:transition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Pengajuan Sidang Skripsi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271" y="990600"/>
            <a:ext cx="7796945" cy="5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23909"/>
      </p:ext>
    </p:extLst>
  </p:cSld>
  <p:clrMapOvr>
    <a:masterClrMapping/>
  </p:clrMapOvr>
  <p:transition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Pengajuan Sidang Skripsi</a:t>
            </a:r>
            <a:endParaRPr lang="id-ID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2041" y="990600"/>
            <a:ext cx="7205406" cy="5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90652"/>
      </p:ext>
    </p:extLst>
  </p:cSld>
  <p:clrMapOvr>
    <a:masterClrMapping/>
  </p:clrMapOvr>
  <p:transition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 smtClean="0"/>
              <a:t>Pengajuan Wisuda</a:t>
            </a:r>
            <a:endParaRPr lang="id-ID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8933" y="990600"/>
            <a:ext cx="7691621" cy="5141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648420"/>
      </p:ext>
    </p:extLst>
  </p:cSld>
  <p:clrMapOvr>
    <a:masterClrMapping/>
  </p:clrMapOvr>
  <p:transition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457200" y="2304366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 algn="ctr" eaLnBrk="1" hangingPunct="1">
              <a:defRPr/>
            </a:pPr>
            <a:r>
              <a:rPr lang="id-ID" sz="4000" dirty="0" smtClean="0"/>
              <a:t>Informasi Pembayaran</a:t>
            </a: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06774421"/>
      </p:ext>
    </p:extLst>
  </p:cSld>
  <p:clrMapOvr>
    <a:masterClrMapping/>
  </p:clrMapOvr>
  <p:transition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id-ID" dirty="0"/>
              <a:t>Informasi Pembayaran</a:t>
            </a:r>
            <a:endParaRPr lang="id-ID" sz="2400" b="1" dirty="0">
              <a:latin typeface="Clarendon Condensed" pitchFamily="18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52400" y="2057400"/>
            <a:ext cx="94488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541449"/>
      </p:ext>
    </p:extLst>
  </p:cSld>
  <p:clrMapOvr>
    <a:masterClrMapping/>
  </p:clrMapOvr>
  <p:transition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lang="id-ID" dirty="0"/>
              <a:t>Informasi Pembayaran</a:t>
            </a:r>
            <a:endParaRPr lang="id-ID" sz="2400" b="1" dirty="0">
              <a:latin typeface="Clarendon Condensed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962369"/>
            <a:ext cx="8040688" cy="319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87733"/>
      </p:ext>
    </p:extLst>
  </p:cSld>
  <p:clrMapOvr>
    <a:masterClrMapping/>
  </p:clrMapOvr>
  <p:transition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2" name="Rectangle 14"/>
          <p:cNvSpPr>
            <a:spLocks noChangeArrowheads="1"/>
          </p:cNvSpPr>
          <p:nvPr/>
        </p:nvSpPr>
        <p:spPr bwMode="auto">
          <a:xfrm>
            <a:off x="0" y="6705600"/>
            <a:ext cx="9144000" cy="152400"/>
          </a:xfrm>
          <a:prstGeom prst="rect">
            <a:avLst/>
          </a:prstGeom>
          <a:gradFill rotWithShape="1">
            <a:gsLst>
              <a:gs pos="0">
                <a:srgbClr val="0ED626"/>
              </a:gs>
              <a:gs pos="100000">
                <a:srgbClr val="FFCF01"/>
              </a:gs>
            </a:gsLst>
            <a:lin ang="540000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63" name="Text Box 15"/>
          <p:cNvSpPr txBox="1">
            <a:spLocks noChangeArrowheads="1"/>
          </p:cNvSpPr>
          <p:nvPr/>
        </p:nvSpPr>
        <p:spPr bwMode="auto">
          <a:xfrm>
            <a:off x="5867400" y="4038600"/>
            <a:ext cx="312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 bwMode="auto">
          <a:xfrm>
            <a:off x="381000" y="2209800"/>
            <a:ext cx="85344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id-ID" sz="4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TERIMA</a:t>
            </a:r>
            <a:r>
              <a:rPr kumimoji="0" lang="id-ID" sz="4000" b="1" i="0" u="none" strike="noStrike" kern="0" cap="none" spc="0" normalizeH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larendon Condensed" pitchFamily="18" charset="0"/>
                <a:ea typeface="+mj-ea"/>
                <a:cs typeface="+mj-cs"/>
              </a:rPr>
              <a:t> KASIH</a:t>
            </a:r>
            <a:endParaRPr kumimoji="0" lang="id-ID" sz="4000" b="1" i="0" u="none" strike="noStrike" kern="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larendon Condensed" pitchFamily="18" charset="0"/>
              <a:ea typeface="+mj-ea"/>
              <a:cs typeface="+mj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id-ID" sz="2000" b="1" kern="0" dirty="0" smtClean="0">
              <a:solidFill>
                <a:schemeClr val="tx2"/>
              </a:solidFill>
              <a:latin typeface="Clarendon Condensed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77256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18458</TotalTime>
  <Words>1288</Words>
  <Application>Microsoft Office PowerPoint</Application>
  <PresentationFormat>On-screen Show (4:3)</PresentationFormat>
  <Paragraphs>262</Paragraphs>
  <Slides>95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6" baseType="lpstr">
      <vt:lpstr>ＭＳ Ｐゴシック</vt:lpstr>
      <vt:lpstr>Arial</vt:lpstr>
      <vt:lpstr>Benguiat Bk BT</vt:lpstr>
      <vt:lpstr>Calibri</vt:lpstr>
      <vt:lpstr>Clarendon Condensed</vt:lpstr>
      <vt:lpstr>Krungthep</vt:lpstr>
      <vt:lpstr>Tahoma</vt:lpstr>
      <vt:lpstr>Times New Roman</vt:lpstr>
      <vt:lpstr>Wingdings</vt:lpstr>
      <vt:lpstr>Blends</vt:lpstr>
      <vt:lpstr>Clip</vt:lpstr>
      <vt:lpstr>PowerPoint Presentation</vt:lpstr>
      <vt:lpstr>PowerPoint Presentation</vt:lpstr>
      <vt:lpstr>PowerPoint Presentation</vt:lpstr>
      <vt:lpstr>Industri 4.0</vt:lpstr>
      <vt:lpstr>DIKTI 4.0</vt:lpstr>
      <vt:lpstr>Kemenristekdikti di era Revolusi Industri 4.0 Sumber: https://ristekdikti.go.id/pengembangan-iptek-dan-pendidikan-tinggi-di-era-revolusi-industri-4-0/</vt:lpstr>
      <vt:lpstr>Pernyataan Menristekdikti</vt:lpstr>
      <vt:lpstr>Pendidikan 4.0</vt:lpstr>
      <vt:lpstr>Langkah Strategis Pendidikan 4.0 di UGM </vt:lpstr>
      <vt:lpstr>PowerPoint Presentation</vt:lpstr>
      <vt:lpstr>Proses yang terjadi dalam Institusi  Pendidikan Tinggi</vt:lpstr>
      <vt:lpstr>Apa itu eCampus?</vt:lpstr>
      <vt:lpstr>Modul eCampus</vt:lpstr>
      <vt:lpstr>Apa itu eCampus?</vt:lpstr>
      <vt:lpstr>(Core) eCampus</vt:lpstr>
      <vt:lpstr>Apa itu e-Learning?</vt:lpstr>
      <vt:lpstr>Apa itu eLearning?</vt:lpstr>
      <vt:lpstr>Akses (Core) eCampus</vt:lpstr>
      <vt:lpstr>Flow (Core) eCampus</vt:lpstr>
      <vt:lpstr>PowerPoint Presentation</vt:lpstr>
      <vt:lpstr>Fitur Modul Mahasiswa</vt:lpstr>
      <vt:lpstr>Fitur Detil</vt:lpstr>
      <vt:lpstr>Aktivitas Perkuliahan</vt:lpstr>
      <vt:lpstr>Login Mahasiswa</vt:lpstr>
      <vt:lpstr>Halaman Utama</vt:lpstr>
      <vt:lpstr>Biodata Mahasiswa</vt:lpstr>
      <vt:lpstr>Biodata Mahasiswa</vt:lpstr>
      <vt:lpstr>Hubungkan ke Sosial Media</vt:lpstr>
      <vt:lpstr>Ubah Password</vt:lpstr>
      <vt:lpstr>PowerPoint Presentation</vt:lpstr>
      <vt:lpstr>Ambil KRS Mahasiswa</vt:lpstr>
      <vt:lpstr>Data KRS Mahasiswa</vt:lpstr>
      <vt:lpstr>Data KRS Mahasiswa</vt:lpstr>
      <vt:lpstr>Pilih Matakuliah saat KRS</vt:lpstr>
      <vt:lpstr>Tanya jawab KRS Mahasiswa</vt:lpstr>
      <vt:lpstr>Tanya jawab KRS Mahasiswa</vt:lpstr>
      <vt:lpstr>Lihat Status Persetujuan KRS</vt:lpstr>
      <vt:lpstr>Cetak KRS, Kartu UTS dan UAS</vt:lpstr>
      <vt:lpstr>PowerPoint Presentation</vt:lpstr>
      <vt:lpstr>Konsultasi dengan Dosen PA</vt:lpstr>
      <vt:lpstr>Konsultasi dengan Dosen PA</vt:lpstr>
      <vt:lpstr>Konsultasi dengan Dosen PA</vt:lpstr>
      <vt:lpstr>Konsultasi dengan Dosen PA</vt:lpstr>
      <vt:lpstr>Konsultasi dengan Dosen PA</vt:lpstr>
      <vt:lpstr>PowerPoint Presentation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E-Learning</vt:lpstr>
      <vt:lpstr>PowerPoint Presentation</vt:lpstr>
      <vt:lpstr>Presensi Kehadiran Mahasiswa</vt:lpstr>
      <vt:lpstr>Presensi Kehadiran Mahasiswa</vt:lpstr>
      <vt:lpstr>Presensi Kehadiran Mahasiswa</vt:lpstr>
      <vt:lpstr>Presensi Kehadiran Mahasiswa</vt:lpstr>
      <vt:lpstr>PowerPoint Presentation</vt:lpstr>
      <vt:lpstr>Nilai Mahasiswa</vt:lpstr>
      <vt:lpstr>Nilai Mahasiswa</vt:lpstr>
      <vt:lpstr>Kartu Hasil Studi</vt:lpstr>
      <vt:lpstr>Kartu Hasil Studi</vt:lpstr>
      <vt:lpstr>Transkrip Akademik Sementara</vt:lpstr>
      <vt:lpstr>PowerPoint Presentation</vt:lpstr>
      <vt:lpstr>Kurikulum dan Kalender Perkuliahan</vt:lpstr>
      <vt:lpstr>Kurikulum dan Kalender Perkuliahan</vt:lpstr>
      <vt:lpstr>PowerPoint Presentation</vt:lpstr>
      <vt:lpstr>Pengajuan Beasiswa</vt:lpstr>
      <vt:lpstr>Pengajuan KKN</vt:lpstr>
      <vt:lpstr>Pengajuan PKL</vt:lpstr>
      <vt:lpstr>Pengajuan Cuti</vt:lpstr>
      <vt:lpstr>Pengajuan Cuti</vt:lpstr>
      <vt:lpstr>Pengajuan Proposal Skripsi</vt:lpstr>
      <vt:lpstr>Pengajuan Proposal Skripsi</vt:lpstr>
      <vt:lpstr>Pengajuan Sidang Skripsi</vt:lpstr>
      <vt:lpstr>Pengajuan Sidang Skripsi</vt:lpstr>
      <vt:lpstr>Pengajuan Wisuda</vt:lpstr>
      <vt:lpstr>PowerPoint Presentation</vt:lpstr>
      <vt:lpstr>Informasi Pembayaran</vt:lpstr>
      <vt:lpstr>Informasi Pembayaran</vt:lpstr>
      <vt:lpstr>PowerPoint Presentation</vt:lpstr>
    </vt:vector>
  </TitlesOfParts>
  <Company>Windows Xp 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 2006</dc:title>
  <dc:creator>TOSHIBA Portege 3500</dc:creator>
  <cp:lastModifiedBy>Mohammad Fauzi Murtadho</cp:lastModifiedBy>
  <cp:revision>702</cp:revision>
  <dcterms:created xsi:type="dcterms:W3CDTF">2006-04-05T02:27:10Z</dcterms:created>
  <dcterms:modified xsi:type="dcterms:W3CDTF">2018-11-14T11:34:47Z</dcterms:modified>
</cp:coreProperties>
</file>