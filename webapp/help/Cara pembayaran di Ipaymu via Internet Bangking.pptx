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3" autoAdjust="0"/>
    <p:restoredTop sz="94660"/>
  </p:normalViewPr>
  <p:slideViewPr>
    <p:cSldViewPr snapToGrid="0">
      <p:cViewPr varScale="1">
        <p:scale>
          <a:sx n="79" d="100"/>
          <a:sy n="79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Cara </a:t>
            </a: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eCampus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Cara </a:t>
            </a:r>
            <a:r>
              <a:rPr lang="en-US" b="1" dirty="0" err="1"/>
              <a:t>Pembayaran</a:t>
            </a:r>
            <a:r>
              <a:rPr lang="en-US" b="1" dirty="0"/>
              <a:t> </a:t>
            </a:r>
            <a:r>
              <a:rPr lang="en-US" b="1" dirty="0" smtClean="0"/>
              <a:t>via Internet Banking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452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top up deposit </a:t>
            </a:r>
            <a:r>
              <a:rPr lang="en-US" dirty="0" err="1"/>
              <a:t>dengan</a:t>
            </a:r>
            <a:r>
              <a:rPr lang="en-US" dirty="0"/>
              <a:t> Internet Banking </a:t>
            </a:r>
            <a:r>
              <a:rPr lang="en-US" dirty="0" err="1"/>
              <a:t>dari</a:t>
            </a:r>
            <a:r>
              <a:rPr lang="en-US" dirty="0"/>
              <a:t> Bank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yang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layanan</a:t>
            </a:r>
            <a:r>
              <a:rPr lang="en-US" dirty="0"/>
              <a:t> Internet </a:t>
            </a:r>
            <a:r>
              <a:rPr lang="en-US" dirty="0" smtClean="0"/>
              <a:t>Banking.</a:t>
            </a:r>
          </a:p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/>
              <a:t>dibawah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deposit </a:t>
            </a:r>
            <a:r>
              <a:rPr lang="en-US" dirty="0" err="1"/>
              <a:t>dengan</a:t>
            </a:r>
            <a:r>
              <a:rPr lang="en-US" dirty="0"/>
              <a:t> Internet Banking BCA:</a:t>
            </a:r>
          </a:p>
          <a:p>
            <a:r>
              <a:rPr lang="en-US" dirty="0" err="1" smtClean="0"/>
              <a:t>Contoh</a:t>
            </a:r>
            <a:r>
              <a:rPr lang="en-US" dirty="0" smtClean="0"/>
              <a:t> No</a:t>
            </a:r>
            <a:r>
              <a:rPr lang="en-US" dirty="0"/>
              <a:t>.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 </a:t>
            </a:r>
            <a:r>
              <a:rPr lang="en-US" dirty="0" err="1"/>
              <a:t>adalah</a:t>
            </a:r>
            <a:r>
              <a:rPr lang="en-US" dirty="0"/>
              <a:t> </a:t>
            </a:r>
            <a:r>
              <a:rPr lang="en-US" b="1" dirty="0"/>
              <a:t>1179001331473351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06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Setelah</a:t>
            </a:r>
            <a:r>
              <a:rPr lang="en-US" dirty="0"/>
              <a:t> login </a:t>
            </a:r>
            <a:r>
              <a:rPr lang="en-US" dirty="0" err="1"/>
              <a:t>ke</a:t>
            </a:r>
            <a:r>
              <a:rPr lang="en-US" dirty="0"/>
              <a:t> Internet Banking BCA </a:t>
            </a:r>
            <a:r>
              <a:rPr lang="en-US" dirty="0" err="1"/>
              <a:t>Anda</a:t>
            </a:r>
            <a:r>
              <a:rPr lang="en-US" dirty="0"/>
              <a:t>, </a:t>
            </a:r>
            <a:r>
              <a:rPr lang="en-US" dirty="0" err="1"/>
              <a:t>pilih</a:t>
            </a:r>
            <a:r>
              <a:rPr lang="en-US" dirty="0"/>
              <a:t> menu “Transfer Dana”</a:t>
            </a:r>
            <a:endParaRPr lang="en-US" dirty="0"/>
          </a:p>
        </p:txBody>
      </p:sp>
      <p:pic>
        <p:nvPicPr>
          <p:cNvPr id="1026" name="Picture 2" descr="https://ipaymu.com/wp-content/uploads/2012/04/IB-3-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236" y="2557463"/>
            <a:ext cx="5109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170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Daftarkan</a:t>
            </a:r>
            <a:r>
              <a:rPr lang="en-US" dirty="0"/>
              <a:t>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menu “</a:t>
            </a:r>
            <a:r>
              <a:rPr lang="en-US" dirty="0" err="1"/>
              <a:t>Daftar</a:t>
            </a:r>
            <a:r>
              <a:rPr lang="en-US" dirty="0"/>
              <a:t> </a:t>
            </a:r>
            <a:r>
              <a:rPr lang="en-US" dirty="0" err="1"/>
              <a:t>Rekening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”</a:t>
            </a:r>
            <a:endParaRPr lang="en-US" dirty="0"/>
          </a:p>
        </p:txBody>
      </p:sp>
      <p:pic>
        <p:nvPicPr>
          <p:cNvPr id="2050" name="Picture 2" descr="https://ipaymu.com/wp-content/uploads/2012/04/IB-4-2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236" y="2557463"/>
            <a:ext cx="5109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94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Pilih “Rekening Bank Lain”, kemudian klik “Kirim”</a:t>
            </a:r>
            <a:endParaRPr lang="en-US" dirty="0"/>
          </a:p>
        </p:txBody>
      </p:sp>
      <p:pic>
        <p:nvPicPr>
          <p:cNvPr id="3074" name="Picture 2" descr="https://ipaymu.com/wp-content/uploads/2012/04/IB-5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236" y="2557463"/>
            <a:ext cx="5109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911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Masukkan</a:t>
            </a:r>
            <a:r>
              <a:rPr lang="en-US" dirty="0"/>
              <a:t> Data </a:t>
            </a:r>
            <a:r>
              <a:rPr lang="en-US" dirty="0" smtClean="0"/>
              <a:t>Bank, no </a:t>
            </a:r>
            <a:r>
              <a:rPr lang="en-US" dirty="0" err="1" smtClean="0"/>
              <a:t>pembayatan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b="1" dirty="0"/>
              <a:t>1179001331473351</a:t>
            </a:r>
            <a:endParaRPr lang="en-US" dirty="0"/>
          </a:p>
        </p:txBody>
      </p:sp>
      <p:pic>
        <p:nvPicPr>
          <p:cNvPr id="4098" name="Picture 2" descr="https://ipaymu.com/wp-content/uploads/2012/07/IB-6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236" y="2557463"/>
            <a:ext cx="5109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792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Akan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konfirmasi</a:t>
            </a:r>
            <a:r>
              <a:rPr lang="en-US" dirty="0"/>
              <a:t> Data Bank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dimasukkan</a:t>
            </a:r>
            <a:r>
              <a:rPr lang="en-US" dirty="0"/>
              <a:t>. </a:t>
            </a:r>
            <a:r>
              <a:rPr lang="en-US" dirty="0" err="1"/>
              <a:t>Pastikan</a:t>
            </a:r>
            <a:r>
              <a:rPr lang="en-US" dirty="0"/>
              <a:t> data yang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, </a:t>
            </a:r>
            <a:r>
              <a:rPr lang="en-US" dirty="0" err="1"/>
              <a:t>klik</a:t>
            </a:r>
            <a:r>
              <a:rPr lang="en-US" dirty="0"/>
              <a:t> “</a:t>
            </a:r>
            <a:r>
              <a:rPr lang="en-US" dirty="0" err="1"/>
              <a:t>Kirim</a:t>
            </a:r>
            <a:r>
              <a:rPr lang="en-US" dirty="0"/>
              <a:t>”</a:t>
            </a:r>
            <a:endParaRPr lang="en-US" dirty="0"/>
          </a:p>
        </p:txBody>
      </p:sp>
      <p:pic>
        <p:nvPicPr>
          <p:cNvPr id="5122" name="Picture 2" descr="https://ipaymu.com/wp-content/uploads/2012/07/IB-7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236" y="2557463"/>
            <a:ext cx="5109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312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Akan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notifikasi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no </a:t>
            </a:r>
            <a:r>
              <a:rPr lang="en-US" dirty="0" err="1"/>
              <a:t>rekening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yang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masukkan</a:t>
            </a:r>
            <a:r>
              <a:rPr lang="en-US" dirty="0"/>
              <a:t>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didaftarkan</a:t>
            </a:r>
            <a:r>
              <a:rPr lang="en-US" dirty="0"/>
              <a:t>.</a:t>
            </a:r>
            <a:endParaRPr lang="en-US" dirty="0"/>
          </a:p>
        </p:txBody>
      </p:sp>
      <p:pic>
        <p:nvPicPr>
          <p:cNvPr id="6146" name="Picture 2" descr="https://ipaymu.com/wp-content/uploads/2012/04/IB-8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1236" y="2557463"/>
            <a:ext cx="510952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23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72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126</Words>
  <Application>Microsoft Office PowerPoint</Application>
  <PresentationFormat>Widescreen</PresentationFormat>
  <Paragraphs>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Cara Pembayaran eCampus</vt:lpstr>
      <vt:lpstr>PowerPoint Presentation</vt:lpstr>
      <vt:lpstr>Setelah login ke Internet Banking BCA Anda, pilih menu “Transfer Dana”</vt:lpstr>
      <vt:lpstr>Daftarkan terlebih dahulu nomor pembayaran Anda pada menu “Daftar Rekening Tujuan”</vt:lpstr>
      <vt:lpstr>Pilih “Rekening Bank Lain”, kemudian klik “Kirim”</vt:lpstr>
      <vt:lpstr>Masukkan Data Bank, no pembayatan menggunakan contoh 1179001331473351</vt:lpstr>
      <vt:lpstr>Akan muncul konfirmasi Data Bank yang telah dimasukkan. Pastikan data yang Anda masukkan benar, jika sudah benar, klik “Kirim”</vt:lpstr>
      <vt:lpstr>Akan muncul notifikasi bahwa no rekening tujuan yang Anda masukkan berhasil didaftarkan.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Mohammad Fauzi Murtadho</dc:creator>
  <cp:lastModifiedBy>Mohammad Fauzi Murtadho</cp:lastModifiedBy>
  <cp:revision>31</cp:revision>
  <dcterms:created xsi:type="dcterms:W3CDTF">2016-11-24T05:17:23Z</dcterms:created>
  <dcterms:modified xsi:type="dcterms:W3CDTF">2016-11-24T05:22:39Z</dcterms:modified>
</cp:coreProperties>
</file>